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3"/>
  </p:notesMasterIdLst>
  <p:sldIdLst>
    <p:sldId id="256" r:id="rId2"/>
    <p:sldId id="257" r:id="rId3"/>
    <p:sldId id="258" r:id="rId4"/>
    <p:sldId id="259" r:id="rId5"/>
    <p:sldId id="267" r:id="rId6"/>
    <p:sldId id="260" r:id="rId7"/>
    <p:sldId id="268" r:id="rId8"/>
    <p:sldId id="261" r:id="rId9"/>
    <p:sldId id="269" r:id="rId10"/>
    <p:sldId id="266" r:id="rId11"/>
    <p:sldId id="270" r:id="rId12"/>
  </p:sldIdLst>
  <p:sldSz cx="9144000" cy="5143500" type="screen16x9"/>
  <p:notesSz cx="6858000" cy="9144000"/>
  <p:embeddedFontLst>
    <p:embeddedFont>
      <p:font typeface="Baskerville Old Face" panose="02020602080505020303" pitchFamily="18" charset="0"/>
      <p:regular r:id="rId14"/>
    </p:embeddedFont>
    <p:embeddedFont>
      <p:font typeface="NSimSun" panose="02010609030101010101" pitchFamily="49" charset="-122"/>
      <p:regular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7D64FF-09F4-B092-5CC1-D258C507336A}" v="19" dt="2025-11-13T19:31:19.073"/>
  </p1510:revLst>
</p1510:revInfo>
</file>

<file path=ppt/tableStyles.xml><?xml version="1.0" encoding="utf-8"?>
<a:tblStyleLst xmlns:a="http://schemas.openxmlformats.org/drawingml/2006/main" def="{CC22EC06-9CBE-468B-9513-617D3A1C1A80}">
  <a:tblStyle styleId="{CC22EC06-9CBE-468B-9513-617D3A1C1A8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61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Гост потребител" userId="S::urn:spo:tenantanon#5e6cfd4b-12d3-4ba4-8ea9-19db195abda4::" providerId="AD" clId="Web-{D37D64FF-09F4-B092-5CC1-D258C507336A}"/>
    <pc:docChg chg="modSld">
      <pc:chgData name="Гост потребител" userId="S::urn:spo:tenantanon#5e6cfd4b-12d3-4ba4-8ea9-19db195abda4::" providerId="AD" clId="Web-{D37D64FF-09F4-B092-5CC1-D258C507336A}" dt="2025-11-13T19:31:19.073" v="18" actId="1076"/>
      <pc:docMkLst>
        <pc:docMk/>
      </pc:docMkLst>
      <pc:sldChg chg="addSp modSp">
        <pc:chgData name="Гост потребител" userId="S::urn:spo:tenantanon#5e6cfd4b-12d3-4ba4-8ea9-19db195abda4::" providerId="AD" clId="Web-{D37D64FF-09F4-B092-5CC1-D258C507336A}" dt="2025-11-13T19:31:19.073" v="18" actId="1076"/>
        <pc:sldMkLst>
          <pc:docMk/>
          <pc:sldMk cId="0" sldId="266"/>
        </pc:sldMkLst>
        <pc:picChg chg="add mod">
          <ac:chgData name="Гост потребител" userId="S::urn:spo:tenantanon#5e6cfd4b-12d3-4ba4-8ea9-19db195abda4::" providerId="AD" clId="Web-{D37D64FF-09F4-B092-5CC1-D258C507336A}" dt="2025-11-13T19:31:19.073" v="18" actId="1076"/>
          <ac:picMkLst>
            <pc:docMk/>
            <pc:sldMk cId="0" sldId="266"/>
            <ac:picMk id="2" creationId="{F849BEB0-DFA6-6D7E-EB2C-DF66B87BEAA6}"/>
          </ac:picMkLst>
        </pc:picChg>
        <pc:picChg chg="mod">
          <ac:chgData name="Гост потребител" userId="S::urn:spo:tenantanon#5e6cfd4b-12d3-4ba4-8ea9-19db195abda4::" providerId="AD" clId="Web-{D37D64FF-09F4-B092-5CC1-D258C507336A}" dt="2025-11-13T19:31:12.682" v="15" actId="1076"/>
          <ac:picMkLst>
            <pc:docMk/>
            <pc:sldMk cId="0" sldId="266"/>
            <ac:picMk id="91" creationId="{3B5E1EE1-87B3-D186-4774-42B907227446}"/>
          </ac:picMkLst>
        </pc:picChg>
        <pc:picChg chg="mod">
          <ac:chgData name="Гост потребител" userId="S::urn:spo:tenantanon#5e6cfd4b-12d3-4ba4-8ea9-19db195abda4::" providerId="AD" clId="Web-{D37D64FF-09F4-B092-5CC1-D258C507336A}" dt="2025-11-13T19:31:14.807" v="16" actId="1076"/>
          <ac:picMkLst>
            <pc:docMk/>
            <pc:sldMk cId="0" sldId="266"/>
            <ac:picMk id="92" creationId="{0AA44C26-C93D-F509-40BF-00C1E27B8C01}"/>
          </ac:picMkLst>
        </pc:picChg>
        <pc:picChg chg="mod">
          <ac:chgData name="Гост потребител" userId="S::urn:spo:tenantanon#5e6cfd4b-12d3-4ba4-8ea9-19db195abda4::" providerId="AD" clId="Web-{D37D64FF-09F4-B092-5CC1-D258C507336A}" dt="2025-11-13T19:31:16.651" v="17" actId="1076"/>
          <ac:picMkLst>
            <pc:docMk/>
            <pc:sldMk cId="0" sldId="266"/>
            <ac:picMk id="93" creationId="{0A57085B-4562-D59E-243B-15B927CD63D7}"/>
          </ac:picMkLst>
        </pc:picChg>
        <pc:picChg chg="mod">
          <ac:chgData name="Гост потребител" userId="S::urn:spo:tenantanon#5e6cfd4b-12d3-4ba4-8ea9-19db195abda4::" providerId="AD" clId="Web-{D37D64FF-09F4-B092-5CC1-D258C507336A}" dt="2025-11-13T19:28:51.505" v="4" actId="1076"/>
          <ac:picMkLst>
            <pc:docMk/>
            <pc:sldMk cId="0" sldId="266"/>
            <ac:picMk id="94" creationId="{638BCCE5-FF54-C426-1921-655C17E1D99B}"/>
          </ac:picMkLst>
        </pc:picChg>
        <pc:picChg chg="mod">
          <ac:chgData name="Гост потребител" userId="S::urn:spo:tenantanon#5e6cfd4b-12d3-4ba4-8ea9-19db195abda4::" providerId="AD" clId="Web-{D37D64FF-09F4-B092-5CC1-D258C507336A}" dt="2025-11-13T19:28:37.989" v="0" actId="1076"/>
          <ac:picMkLst>
            <pc:docMk/>
            <pc:sldMk cId="0" sldId="266"/>
            <ac:picMk id="95" creationId="{A5F141F0-A559-A2B9-25AA-95193057B546}"/>
          </ac:picMkLst>
        </pc:picChg>
        <pc:picChg chg="mod">
          <ac:chgData name="Гост потребител" userId="S::urn:spo:tenantanon#5e6cfd4b-12d3-4ba4-8ea9-19db195abda4::" providerId="AD" clId="Web-{D37D64FF-09F4-B092-5CC1-D258C507336A}" dt="2025-11-13T19:28:42.036" v="2" actId="1076"/>
          <ac:picMkLst>
            <pc:docMk/>
            <pc:sldMk cId="0" sldId="266"/>
            <ac:picMk id="96" creationId="{F5E83171-551A-D201-7F1A-AC5034F58788}"/>
          </ac:picMkLst>
        </pc:picChg>
        <pc:picChg chg="mod">
          <ac:chgData name="Гост потребител" userId="S::urn:spo:tenantanon#5e6cfd4b-12d3-4ba4-8ea9-19db195abda4::" providerId="AD" clId="Web-{D37D64FF-09F4-B092-5CC1-D258C507336A}" dt="2025-11-13T19:28:47.317" v="3" actId="1076"/>
          <ac:picMkLst>
            <pc:docMk/>
            <pc:sldMk cId="0" sldId="266"/>
            <ac:picMk id="97" creationId="{2F80D1D0-8EF4-0D31-6865-C60EC5899C72}"/>
          </ac:picMkLst>
        </pc:picChg>
        <pc:picChg chg="mod">
          <ac:chgData name="Гост потребител" userId="S::urn:spo:tenantanon#5e6cfd4b-12d3-4ba4-8ea9-19db195abda4::" providerId="AD" clId="Web-{D37D64FF-09F4-B092-5CC1-D258C507336A}" dt="2025-11-13T19:31:10.307" v="14" actId="1076"/>
          <ac:picMkLst>
            <pc:docMk/>
            <pc:sldMk cId="0" sldId="266"/>
            <ac:picMk id="9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24ed99bf1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24ed99bf1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9"/>
        <p:cNvGrpSpPr/>
        <p:nvPr/>
      </p:nvGrpSpPr>
      <p:grpSpPr>
        <a:xfrm>
          <a:off x="0" y="0"/>
          <a:ext cx="0" cy="0"/>
          <a:chOff x="0" y="0"/>
          <a:chExt cx="0" cy="0"/>
        </a:xfrm>
      </p:grpSpPr>
      <p:sp>
        <p:nvSpPr>
          <p:cNvPr id="1480" name="Google Shape;1480;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 name="Google Shape;1481;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3606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6"/>
        <p:cNvGrpSpPr/>
        <p:nvPr/>
      </p:nvGrpSpPr>
      <p:grpSpPr>
        <a:xfrm>
          <a:off x="0" y="0"/>
          <a:ext cx="0" cy="0"/>
          <a:chOff x="0" y="0"/>
          <a:chExt cx="0" cy="0"/>
        </a:xfrm>
      </p:grpSpPr>
      <p:sp>
        <p:nvSpPr>
          <p:cNvPr id="1527" name="Google Shape;1527;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1268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4ed99bf1a4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4ed99bf1a4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0800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5"/>
        <p:cNvGrpSpPr/>
        <p:nvPr/>
      </p:nvGrpSpPr>
      <p:grpSpPr>
        <a:xfrm>
          <a:off x="0" y="0"/>
          <a:ext cx="0" cy="0"/>
          <a:chOff x="0" y="0"/>
          <a:chExt cx="0" cy="0"/>
        </a:xfrm>
      </p:grpSpPr>
      <p:sp>
        <p:nvSpPr>
          <p:cNvPr id="1756" name="Google Shape;1756;g24ed99bf1a4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7" name="Google Shape;1757;g24ed99bf1a4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88789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 name="Google Shape;142;p4"/>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44"/>
        <p:cNvGrpSpPr/>
        <p:nvPr/>
      </p:nvGrpSpPr>
      <p:grpSpPr>
        <a:xfrm>
          <a:off x="0" y="0"/>
          <a:ext cx="0" cy="0"/>
          <a:chOff x="0" y="0"/>
          <a:chExt cx="0" cy="0"/>
        </a:xfrm>
      </p:grpSpPr>
      <p:sp>
        <p:nvSpPr>
          <p:cNvPr id="545" name="Google Shape;545;p14"/>
          <p:cNvSpPr txBox="1">
            <a:spLocks noGrp="1"/>
          </p:cNvSpPr>
          <p:nvPr>
            <p:ph type="title"/>
          </p:nvPr>
        </p:nvSpPr>
        <p:spPr>
          <a:xfrm>
            <a:off x="713225" y="3349250"/>
            <a:ext cx="6691200" cy="5319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46" name="Google Shape;546;p14"/>
          <p:cNvSpPr txBox="1">
            <a:spLocks noGrp="1"/>
          </p:cNvSpPr>
          <p:nvPr>
            <p:ph type="subTitle" idx="1"/>
          </p:nvPr>
        </p:nvSpPr>
        <p:spPr>
          <a:xfrm>
            <a:off x="713225" y="1511313"/>
            <a:ext cx="6691200" cy="1478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8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215"/>
        <p:cNvGrpSpPr/>
        <p:nvPr/>
      </p:nvGrpSpPr>
      <p:grpSpPr>
        <a:xfrm>
          <a:off x="0" y="0"/>
          <a:ext cx="0" cy="0"/>
          <a:chOff x="0" y="0"/>
          <a:chExt cx="0" cy="0"/>
        </a:xfrm>
      </p:grpSpPr>
      <p:sp>
        <p:nvSpPr>
          <p:cNvPr id="1216" name="Google Shape;1216;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17" name="Google Shape;1217;p27"/>
          <p:cNvSpPr txBox="1">
            <a:spLocks noGrp="1"/>
          </p:cNvSpPr>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8" name="Google Shape;1218;p27"/>
          <p:cNvSpPr txBox="1">
            <a:spLocks noGrp="1"/>
          </p:cNvSpPr>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19" name="Google Shape;1219;p27"/>
          <p:cNvSpPr txBox="1">
            <a:spLocks noGrp="1"/>
          </p:cNvSpPr>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0" name="Google Shape;1220;p27"/>
          <p:cNvSpPr txBox="1">
            <a:spLocks noGrp="1"/>
          </p:cNvSpPr>
          <p:nvPr>
            <p:ph type="subTitle" idx="4"/>
          </p:nvPr>
        </p:nvSpPr>
        <p:spPr>
          <a:xfrm>
            <a:off x="3469872"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1" name="Google Shape;1221;p27"/>
          <p:cNvSpPr txBox="1">
            <a:spLocks noGrp="1"/>
          </p:cNvSpPr>
          <p:nvPr>
            <p:ph type="subTitle" idx="5"/>
          </p:nvPr>
        </p:nvSpPr>
        <p:spPr>
          <a:xfrm>
            <a:off x="6219751"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2" name="Google Shape;1222;p27"/>
          <p:cNvSpPr txBox="1">
            <a:spLocks noGrp="1"/>
          </p:cNvSpPr>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3" name="Google Shape;1223;p27"/>
          <p:cNvSpPr txBox="1">
            <a:spLocks noGrp="1"/>
          </p:cNvSpPr>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4" name="Google Shape;1224;p27"/>
          <p:cNvSpPr txBox="1">
            <a:spLocks noGrp="1"/>
          </p:cNvSpPr>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5" name="Google Shape;1225;p27"/>
          <p:cNvSpPr txBox="1">
            <a:spLocks noGrp="1"/>
          </p:cNvSpPr>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6" name="Google Shape;1226;p27"/>
          <p:cNvSpPr txBox="1">
            <a:spLocks noGrp="1"/>
          </p:cNvSpPr>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7" name="Google Shape;1227;p27"/>
          <p:cNvSpPr txBox="1">
            <a:spLocks noGrp="1"/>
          </p:cNvSpPr>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228" name="Google Shape;1228;p27"/>
          <p:cNvSpPr txBox="1">
            <a:spLocks noGrp="1"/>
          </p:cNvSpPr>
          <p:nvPr>
            <p:ph type="subTitle" idx="15"/>
          </p:nvPr>
        </p:nvSpPr>
        <p:spPr>
          <a:xfrm>
            <a:off x="6219752"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l="16960" t="24718" r="7121" b="26177"/>
            <a:stretch/>
          </p:blipFill>
          <p:spPr>
            <a:xfrm>
              <a:off x="7361325" y="-596625"/>
              <a:ext cx="2441950" cy="1863749"/>
            </a:xfrm>
            <a:prstGeom prst="rect">
              <a:avLst/>
            </a:prstGeom>
            <a:noFill/>
            <a:ln>
              <a:noFill/>
            </a:ln>
          </p:spPr>
        </p:pic>
        <p:grpSp>
          <p:nvGrpSpPr>
            <p:cNvPr id="1231" name="Google Shape;1231;p27"/>
            <p:cNvGrpSpPr/>
            <p:nvPr/>
          </p:nvGrpSpPr>
          <p:grpSpPr>
            <a:xfrm rot="-2700000" flipH="1">
              <a:off x="7289785" y="-1246897"/>
              <a:ext cx="2552124" cy="3347490"/>
              <a:chOff x="2976325" y="908175"/>
              <a:chExt cx="4028179" cy="5283555"/>
            </a:xfrm>
          </p:grpSpPr>
          <p:sp>
            <p:nvSpPr>
              <p:cNvPr id="1232" name="Google Shape;1232;p2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43" name="Google Shape;1243;p27"/>
            <p:cNvPicPr preferRelativeResize="0"/>
            <p:nvPr/>
          </p:nvPicPr>
          <p:blipFill rotWithShape="1">
            <a:blip r:embed="rId2">
              <a:alphaModFix/>
            </a:blip>
            <a:srcRect l="16960" t="24718" r="7121" b="26177"/>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3" name="Google Shape;1263;p2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64" name="Google Shape;1264;p2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59" r:id="rId5"/>
    <p:sldLayoutId id="2147483660" r:id="rId6"/>
    <p:sldLayoutId id="2147483665" r:id="rId7"/>
    <p:sldLayoutId id="2147483673" r:id="rId8"/>
    <p:sldLayoutId id="2147483676" r:id="rId9"/>
    <p:sldLayoutId id="214748367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3.jpeg"/><Relationship Id="rId7"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9"/>
        <p:cNvGrpSpPr/>
        <p:nvPr/>
      </p:nvGrpSpPr>
      <p:grpSpPr>
        <a:xfrm>
          <a:off x="0" y="0"/>
          <a:ext cx="0" cy="0"/>
          <a:chOff x="0" y="0"/>
          <a:chExt cx="0" cy="0"/>
        </a:xfrm>
      </p:grpSpPr>
      <p:sp>
        <p:nvSpPr>
          <p:cNvPr id="1431" name="Google Shape;1431;p35"/>
          <p:cNvSpPr txBox="1">
            <a:spLocks noGrp="1"/>
          </p:cNvSpPr>
          <p:nvPr>
            <p:ph type="ctrTitle"/>
          </p:nvPr>
        </p:nvSpPr>
        <p:spPr>
          <a:xfrm>
            <a:off x="1312703" y="897863"/>
            <a:ext cx="6530843"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6600" dirty="0"/>
              <a:t>Team Synergy</a:t>
            </a:r>
            <a:endParaRPr sz="6600" dirty="0">
              <a:solidFill>
                <a:schemeClr val="dk1"/>
              </a:solidFill>
            </a:endParaRP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9" name="Google Shape;1457;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11" name="Google Shape;1457;p36"/>
          <p:cNvSpPr txBox="1">
            <a:spLocks/>
          </p:cNvSpPr>
          <p:nvPr/>
        </p:nvSpPr>
        <p:spPr>
          <a:xfrm>
            <a:off x="468718" y="3018891"/>
            <a:ext cx="312589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ctr"/>
            <a:r>
              <a:rPr lang="en-US" sz="2800" b="0" dirty="0"/>
              <a:t>2. About the idea</a:t>
            </a:r>
          </a:p>
        </p:txBody>
      </p:sp>
      <p:sp>
        <p:nvSpPr>
          <p:cNvPr id="12" name="Google Shape;1457;p36"/>
          <p:cNvSpPr txBox="1">
            <a:spLocks/>
          </p:cNvSpPr>
          <p:nvPr/>
        </p:nvSpPr>
        <p:spPr>
          <a:xfrm>
            <a:off x="321733" y="1731958"/>
            <a:ext cx="327288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ctr"/>
            <a:r>
              <a:rPr lang="en-US" sz="2800" b="0" dirty="0"/>
              <a:t>1.Our Team</a:t>
            </a:r>
          </a:p>
        </p:txBody>
      </p:sp>
      <p:sp>
        <p:nvSpPr>
          <p:cNvPr id="13" name="Google Shape;1457;p36"/>
          <p:cNvSpPr txBox="1">
            <a:spLocks/>
          </p:cNvSpPr>
          <p:nvPr/>
        </p:nvSpPr>
        <p:spPr>
          <a:xfrm>
            <a:off x="4572000" y="1723169"/>
            <a:ext cx="344085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ctr"/>
            <a:r>
              <a:rPr lang="en-US" sz="2800" b="0" dirty="0"/>
              <a:t>3.Work progress</a:t>
            </a:r>
          </a:p>
        </p:txBody>
      </p:sp>
      <p:sp>
        <p:nvSpPr>
          <p:cNvPr id="14" name="Google Shape;1457;p36"/>
          <p:cNvSpPr txBox="1">
            <a:spLocks/>
          </p:cNvSpPr>
          <p:nvPr/>
        </p:nvSpPr>
        <p:spPr>
          <a:xfrm>
            <a:off x="4145279" y="3018891"/>
            <a:ext cx="3273829"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ctr"/>
            <a:r>
              <a:rPr lang="en-US" sz="2800" b="0" dirty="0"/>
              <a:t>4.Programs used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7" name="Google Shape;1467;p37"/>
          <p:cNvSpPr txBox="1">
            <a:spLocks noGrp="1"/>
          </p:cNvSpPr>
          <p:nvPr>
            <p:ph type="subTitle" idx="9"/>
          </p:nvPr>
        </p:nvSpPr>
        <p:spPr>
          <a:xfrm>
            <a:off x="1200910" y="1720814"/>
            <a:ext cx="3233700" cy="88464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OUR TEAM</a:t>
            </a:r>
            <a:endParaRPr sz="4000" dirty="0"/>
          </a:p>
        </p:txBody>
      </p:sp>
      <p:sp>
        <p:nvSpPr>
          <p:cNvPr id="1472" name="Google Shape;1472;p37"/>
          <p:cNvSpPr txBox="1">
            <a:spLocks noGrp="1"/>
          </p:cNvSpPr>
          <p:nvPr>
            <p:ph type="title" idx="5"/>
          </p:nvPr>
        </p:nvSpPr>
        <p:spPr>
          <a:xfrm>
            <a:off x="1200910" y="406400"/>
            <a:ext cx="1057500" cy="121958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dirty="0"/>
              <a:t>01</a:t>
            </a:r>
            <a:endParaRPr dirty="0"/>
          </a:p>
        </p:txBody>
      </p:sp>
      <p:grpSp>
        <p:nvGrpSpPr>
          <p:cNvPr id="26" name="Google Shape;1589;p40"/>
          <p:cNvGrpSpPr/>
          <p:nvPr/>
        </p:nvGrpSpPr>
        <p:grpSpPr>
          <a:xfrm>
            <a:off x="3799317" y="1625988"/>
            <a:ext cx="5765856" cy="4103650"/>
            <a:chOff x="4452944" y="2184175"/>
            <a:chExt cx="5765856" cy="4103650"/>
          </a:xfrm>
        </p:grpSpPr>
        <p:pic>
          <p:nvPicPr>
            <p:cNvPr id="27" name="Google Shape;1590;p40"/>
            <p:cNvPicPr preferRelativeResize="0"/>
            <p:nvPr/>
          </p:nvPicPr>
          <p:blipFill rotWithShape="1">
            <a:blip r:embed="rId3">
              <a:alphaModFix/>
            </a:blip>
            <a:srcRect l="16960" t="24718" r="7121" b="26177"/>
            <a:stretch/>
          </p:blipFill>
          <p:spPr>
            <a:xfrm rot="-5400000" flipH="1">
              <a:off x="6600975" y="2670000"/>
              <a:ext cx="4103650" cy="3132000"/>
            </a:xfrm>
            <a:prstGeom prst="rect">
              <a:avLst/>
            </a:prstGeom>
            <a:noFill/>
            <a:ln>
              <a:noFill/>
            </a:ln>
          </p:spPr>
        </p:pic>
        <p:grpSp>
          <p:nvGrpSpPr>
            <p:cNvPr id="28" name="Google Shape;1591;p40"/>
            <p:cNvGrpSpPr/>
            <p:nvPr/>
          </p:nvGrpSpPr>
          <p:grpSpPr>
            <a:xfrm rot="-5400000" flipH="1">
              <a:off x="8074852" y="4089881"/>
              <a:ext cx="1478405" cy="1186772"/>
              <a:chOff x="7945225" y="4302000"/>
              <a:chExt cx="904666" cy="726121"/>
            </a:xfrm>
          </p:grpSpPr>
          <p:sp>
            <p:nvSpPr>
              <p:cNvPr id="55" name="Google Shape;1592;p4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93;p4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94;p4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1595;p40"/>
            <p:cNvSpPr/>
            <p:nvPr/>
          </p:nvSpPr>
          <p:spPr>
            <a:xfrm rot="-5400000" flipH="1">
              <a:off x="5435889" y="14813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1596;p40"/>
            <p:cNvGrpSpPr/>
            <p:nvPr/>
          </p:nvGrpSpPr>
          <p:grpSpPr>
            <a:xfrm rot="-5400000" flipH="1">
              <a:off x="7140078" y="3883230"/>
              <a:ext cx="134004" cy="134004"/>
              <a:chOff x="8356813" y="1074288"/>
              <a:chExt cx="351900" cy="351900"/>
            </a:xfrm>
          </p:grpSpPr>
          <p:sp>
            <p:nvSpPr>
              <p:cNvPr id="53" name="Google Shape;1597;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98;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1599;p40"/>
            <p:cNvGrpSpPr/>
            <p:nvPr/>
          </p:nvGrpSpPr>
          <p:grpSpPr>
            <a:xfrm rot="-5400000" flipH="1">
              <a:off x="6766253" y="3499155"/>
              <a:ext cx="134004" cy="134004"/>
              <a:chOff x="8356813" y="1074288"/>
              <a:chExt cx="351900" cy="351900"/>
            </a:xfrm>
          </p:grpSpPr>
          <p:sp>
            <p:nvSpPr>
              <p:cNvPr id="51" name="Google Shape;1600;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601;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1602;p40"/>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603;p40"/>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 name="Google Shape;1604;p40"/>
            <p:cNvGrpSpPr/>
            <p:nvPr/>
          </p:nvGrpSpPr>
          <p:grpSpPr>
            <a:xfrm rot="-5400000" flipH="1">
              <a:off x="7404606" y="3451356"/>
              <a:ext cx="582050" cy="582425"/>
              <a:chOff x="959750" y="3039275"/>
              <a:chExt cx="582050" cy="582425"/>
            </a:xfrm>
          </p:grpSpPr>
          <p:sp>
            <p:nvSpPr>
              <p:cNvPr id="44" name="Google Shape;1605;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606;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607;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608;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609;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610;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611;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1612;p40"/>
            <p:cNvGrpSpPr/>
            <p:nvPr/>
          </p:nvGrpSpPr>
          <p:grpSpPr>
            <a:xfrm rot="-5400000" flipH="1">
              <a:off x="7237650" y="4201057"/>
              <a:ext cx="699928" cy="1651024"/>
              <a:chOff x="8337812" y="3492483"/>
              <a:chExt cx="699928" cy="1651024"/>
            </a:xfrm>
          </p:grpSpPr>
          <p:sp>
            <p:nvSpPr>
              <p:cNvPr id="41" name="Google Shape;1613;p4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614;p4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615;p4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1616;p40"/>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617;p40"/>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 name="Google Shape;1618;p40"/>
            <p:cNvGrpSpPr/>
            <p:nvPr/>
          </p:nvGrpSpPr>
          <p:grpSpPr>
            <a:xfrm rot="-5400000" flipH="1">
              <a:off x="5819578" y="4727817"/>
              <a:ext cx="134004" cy="134004"/>
              <a:chOff x="8356813" y="1074288"/>
              <a:chExt cx="351900" cy="351900"/>
            </a:xfrm>
          </p:grpSpPr>
          <p:sp>
            <p:nvSpPr>
              <p:cNvPr id="39" name="Google Shape;1619;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620;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2"/>
        <p:cNvGrpSpPr/>
        <p:nvPr/>
      </p:nvGrpSpPr>
      <p:grpSpPr>
        <a:xfrm>
          <a:off x="0" y="0"/>
          <a:ext cx="0" cy="0"/>
          <a:chOff x="0" y="0"/>
          <a:chExt cx="0" cy="0"/>
        </a:xfrm>
      </p:grpSpPr>
      <p:pic>
        <p:nvPicPr>
          <p:cNvPr id="47" name="Picture 46" descr="A person in a white shirt&#10;&#10;AI-generated content may be incorrect.">
            <a:extLst>
              <a:ext uri="{FF2B5EF4-FFF2-40B4-BE49-F238E27FC236}">
                <a16:creationId xmlns:a16="http://schemas.microsoft.com/office/drawing/2014/main" id="{DE59B6BC-6DC8-1926-607E-17634D93B97A}"/>
              </a:ext>
            </a:extLst>
          </p:cNvPr>
          <p:cNvPicPr>
            <a:picLocks noChangeAspect="1"/>
          </p:cNvPicPr>
          <p:nvPr/>
        </p:nvPicPr>
        <p:blipFill>
          <a:blip r:embed="rId3"/>
          <a:stretch>
            <a:fillRect/>
          </a:stretch>
        </p:blipFill>
        <p:spPr>
          <a:xfrm>
            <a:off x="509004" y="186169"/>
            <a:ext cx="1781470" cy="2372896"/>
          </a:xfrm>
          <a:prstGeom prst="rect">
            <a:avLst/>
          </a:prstGeom>
          <a:ln>
            <a:noFill/>
          </a:ln>
          <a:effectLst>
            <a:softEdge rad="112500"/>
          </a:effectLst>
        </p:spPr>
      </p:pic>
      <p:pic>
        <p:nvPicPr>
          <p:cNvPr id="48" name="Picture 47" descr="A person taking a selfie&#10;&#10;AI-generated content may be incorrect.">
            <a:extLst>
              <a:ext uri="{FF2B5EF4-FFF2-40B4-BE49-F238E27FC236}">
                <a16:creationId xmlns:a16="http://schemas.microsoft.com/office/drawing/2014/main" id="{81145180-2C39-0EC7-0E55-94E562F9875F}"/>
              </a:ext>
            </a:extLst>
          </p:cNvPr>
          <p:cNvPicPr>
            <a:picLocks noChangeAspect="1"/>
          </p:cNvPicPr>
          <p:nvPr/>
        </p:nvPicPr>
        <p:blipFill>
          <a:blip r:embed="rId4"/>
          <a:stretch>
            <a:fillRect/>
          </a:stretch>
        </p:blipFill>
        <p:spPr>
          <a:xfrm>
            <a:off x="4805130" y="246040"/>
            <a:ext cx="1725096" cy="2450856"/>
          </a:xfrm>
          <a:prstGeom prst="rect">
            <a:avLst/>
          </a:prstGeom>
          <a:ln>
            <a:noFill/>
          </a:ln>
          <a:effectLst>
            <a:softEdge rad="112500"/>
          </a:effectLst>
        </p:spPr>
      </p:pic>
      <p:sp>
        <p:nvSpPr>
          <p:cNvPr id="49" name="Google Shape;411;p47">
            <a:extLst>
              <a:ext uri="{FF2B5EF4-FFF2-40B4-BE49-F238E27FC236}">
                <a16:creationId xmlns:a16="http://schemas.microsoft.com/office/drawing/2014/main" id="{6E4A451A-04A9-3A6B-50F5-C533B42DE0D1}"/>
              </a:ext>
            </a:extLst>
          </p:cNvPr>
          <p:cNvSpPr txBox="1">
            <a:spLocks/>
          </p:cNvSpPr>
          <p:nvPr/>
        </p:nvSpPr>
        <p:spPr>
          <a:xfrm flipH="1">
            <a:off x="4394740" y="3569246"/>
            <a:ext cx="2727115" cy="4510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Baskerville Old Face" panose="02020602080505020303" pitchFamily="18" charset="0"/>
              </a:rPr>
              <a:t>Valeriya Vulchanova</a:t>
            </a:r>
          </a:p>
        </p:txBody>
      </p:sp>
      <p:pic>
        <p:nvPicPr>
          <p:cNvPr id="57" name="Graphic 6" descr="Arrow Right with solid fill">
            <a:extLst>
              <a:ext uri="{FF2B5EF4-FFF2-40B4-BE49-F238E27FC236}">
                <a16:creationId xmlns:a16="http://schemas.microsoft.com/office/drawing/2014/main" id="{39FDDB3C-3476-AA78-B3BF-2466FBF3410B}"/>
              </a:ext>
            </a:extLst>
          </p:cNvPr>
          <p:cNvPicPr>
            <a:picLocks noChangeAspect="1"/>
          </p:cNvPicPr>
          <p:nvPr/>
        </p:nvPicPr>
        <p:blipFill>
          <a:blip r:embed="rId5">
            <a:duotone>
              <a:prstClr val="black"/>
              <a:schemeClr val="accent1">
                <a:tint val="45000"/>
                <a:satMod val="400000"/>
              </a:schemeClr>
            </a:duotone>
            <a:extLst>
              <a:ext uri="{BEBA8EAE-BF5A-486C-A8C5-ECC9F3942E4B}">
                <a14:imgProps xmlns:a14="http://schemas.microsoft.com/office/drawing/2010/main">
                  <a14:imgLayer r:embed="rId6">
                    <a14:imgEffect>
                      <a14:artisticGlowEdges/>
                    </a14:imgEffect>
                  </a14:imgLayer>
                </a14:imgProps>
              </a:ext>
            </a:extLst>
          </a:blip>
          <a:stretch>
            <a:fillRect/>
          </a:stretch>
        </p:blipFill>
        <p:spPr>
          <a:xfrm rot="5400000">
            <a:off x="942539" y="2559065"/>
            <a:ext cx="914400" cy="914400"/>
          </a:xfrm>
          <a:prstGeom prst="rect">
            <a:avLst/>
          </a:prstGeom>
        </p:spPr>
      </p:pic>
      <p:pic>
        <p:nvPicPr>
          <p:cNvPr id="58" name="Graphic 6" descr="Arrow Right with solid fill">
            <a:extLst>
              <a:ext uri="{FF2B5EF4-FFF2-40B4-BE49-F238E27FC236}">
                <a16:creationId xmlns:a16="http://schemas.microsoft.com/office/drawing/2014/main" id="{39FDDB3C-3476-AA78-B3BF-2466FBF3410B}"/>
              </a:ext>
            </a:extLst>
          </p:cNvPr>
          <p:cNvPicPr>
            <a:picLocks noChangeAspect="1"/>
          </p:cNvPicPr>
          <p:nvPr/>
        </p:nvPicPr>
        <p:blipFill>
          <a:blip r:embed="rId5">
            <a:duotone>
              <a:prstClr val="black"/>
              <a:schemeClr val="accent1">
                <a:tint val="45000"/>
                <a:satMod val="400000"/>
              </a:schemeClr>
            </a:duotone>
            <a:extLst>
              <a:ext uri="{BEBA8EAE-BF5A-486C-A8C5-ECC9F3942E4B}">
                <a14:imgProps xmlns:a14="http://schemas.microsoft.com/office/drawing/2010/main">
                  <a14:imgLayer r:embed="rId6">
                    <a14:imgEffect>
                      <a14:artisticGlowEdges/>
                    </a14:imgEffect>
                  </a14:imgLayer>
                </a14:imgProps>
              </a:ext>
            </a:extLst>
          </a:blip>
          <a:stretch>
            <a:fillRect/>
          </a:stretch>
        </p:blipFill>
        <p:spPr>
          <a:xfrm rot="16200000">
            <a:off x="7542711" y="1929460"/>
            <a:ext cx="914400" cy="914400"/>
          </a:xfrm>
          <a:prstGeom prst="rect">
            <a:avLst/>
          </a:prstGeom>
        </p:spPr>
      </p:pic>
      <p:pic>
        <p:nvPicPr>
          <p:cNvPr id="59" name="Graphic 6" descr="Arrow Right with solid fill">
            <a:extLst>
              <a:ext uri="{FF2B5EF4-FFF2-40B4-BE49-F238E27FC236}">
                <a16:creationId xmlns:a16="http://schemas.microsoft.com/office/drawing/2014/main" id="{39FDDB3C-3476-AA78-B3BF-2466FBF3410B}"/>
              </a:ext>
            </a:extLst>
          </p:cNvPr>
          <p:cNvPicPr>
            <a:picLocks noChangeAspect="1"/>
          </p:cNvPicPr>
          <p:nvPr/>
        </p:nvPicPr>
        <p:blipFill>
          <a:blip r:embed="rId5">
            <a:duotone>
              <a:prstClr val="black"/>
              <a:schemeClr val="accent1">
                <a:tint val="45000"/>
                <a:satMod val="400000"/>
              </a:schemeClr>
            </a:duotone>
            <a:extLst>
              <a:ext uri="{BEBA8EAE-BF5A-486C-A8C5-ECC9F3942E4B}">
                <a14:imgProps xmlns:a14="http://schemas.microsoft.com/office/drawing/2010/main">
                  <a14:imgLayer r:embed="rId6">
                    <a14:imgEffect>
                      <a14:artisticGlowEdges/>
                    </a14:imgEffect>
                  </a14:imgLayer>
                </a14:imgProps>
              </a:ext>
            </a:extLst>
          </a:blip>
          <a:stretch>
            <a:fillRect/>
          </a:stretch>
        </p:blipFill>
        <p:spPr>
          <a:xfrm rot="16200000">
            <a:off x="3006561" y="1782496"/>
            <a:ext cx="914400" cy="914400"/>
          </a:xfrm>
          <a:prstGeom prst="rect">
            <a:avLst/>
          </a:prstGeom>
        </p:spPr>
      </p:pic>
      <p:pic>
        <p:nvPicPr>
          <p:cNvPr id="60" name="Graphic 6" descr="Arrow Right with solid fill">
            <a:extLst>
              <a:ext uri="{FF2B5EF4-FFF2-40B4-BE49-F238E27FC236}">
                <a16:creationId xmlns:a16="http://schemas.microsoft.com/office/drawing/2014/main" id="{39FDDB3C-3476-AA78-B3BF-2466FBF3410B}"/>
              </a:ext>
            </a:extLst>
          </p:cNvPr>
          <p:cNvPicPr>
            <a:picLocks noChangeAspect="1"/>
          </p:cNvPicPr>
          <p:nvPr/>
        </p:nvPicPr>
        <p:blipFill>
          <a:blip r:embed="rId5">
            <a:duotone>
              <a:prstClr val="black"/>
              <a:schemeClr val="accent1">
                <a:tint val="45000"/>
                <a:satMod val="400000"/>
              </a:schemeClr>
            </a:duotone>
            <a:extLst>
              <a:ext uri="{BEBA8EAE-BF5A-486C-A8C5-ECC9F3942E4B}">
                <a14:imgProps xmlns:a14="http://schemas.microsoft.com/office/drawing/2010/main">
                  <a14:imgLayer r:embed="rId6">
                    <a14:imgEffect>
                      <a14:artisticGlowEdges/>
                    </a14:imgEffect>
                  </a14:imgLayer>
                </a14:imgProps>
              </a:ext>
            </a:extLst>
          </a:blip>
          <a:stretch>
            <a:fillRect/>
          </a:stretch>
        </p:blipFill>
        <p:spPr>
          <a:xfrm rot="5400000">
            <a:off x="5274636" y="2615868"/>
            <a:ext cx="914400" cy="914400"/>
          </a:xfrm>
          <a:prstGeom prst="rect">
            <a:avLst/>
          </a:prstGeom>
        </p:spPr>
      </p:pic>
      <p:sp>
        <p:nvSpPr>
          <p:cNvPr id="61" name="Google Shape;411;p47">
            <a:extLst>
              <a:ext uri="{FF2B5EF4-FFF2-40B4-BE49-F238E27FC236}">
                <a16:creationId xmlns:a16="http://schemas.microsoft.com/office/drawing/2014/main" id="{6E4A451A-04A9-3A6B-50F5-C533B42DE0D1}"/>
              </a:ext>
            </a:extLst>
          </p:cNvPr>
          <p:cNvSpPr txBox="1">
            <a:spLocks/>
          </p:cNvSpPr>
          <p:nvPr/>
        </p:nvSpPr>
        <p:spPr>
          <a:xfrm flipH="1">
            <a:off x="4859500" y="4059287"/>
            <a:ext cx="2094096" cy="4510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Baskerville Old Face" panose="02020602080505020303" pitchFamily="18" charset="0"/>
              </a:rPr>
              <a:t>Scrum trainer</a:t>
            </a:r>
          </a:p>
        </p:txBody>
      </p:sp>
      <p:sp>
        <p:nvSpPr>
          <p:cNvPr id="62" name="Google Shape;411;p47">
            <a:extLst>
              <a:ext uri="{FF2B5EF4-FFF2-40B4-BE49-F238E27FC236}">
                <a16:creationId xmlns:a16="http://schemas.microsoft.com/office/drawing/2014/main" id="{6E4A451A-04A9-3A6B-50F5-C533B42DE0D1}"/>
              </a:ext>
            </a:extLst>
          </p:cNvPr>
          <p:cNvSpPr txBox="1">
            <a:spLocks/>
          </p:cNvSpPr>
          <p:nvPr/>
        </p:nvSpPr>
        <p:spPr>
          <a:xfrm flipH="1">
            <a:off x="2158315" y="835633"/>
            <a:ext cx="2778975" cy="4510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Baskerville Old Face" panose="02020602080505020303" pitchFamily="18" charset="0"/>
              </a:rPr>
              <a:t>Aleksander Georgiev</a:t>
            </a:r>
          </a:p>
        </p:txBody>
      </p:sp>
      <p:sp>
        <p:nvSpPr>
          <p:cNvPr id="63" name="Google Shape;411;p47">
            <a:extLst>
              <a:ext uri="{FF2B5EF4-FFF2-40B4-BE49-F238E27FC236}">
                <a16:creationId xmlns:a16="http://schemas.microsoft.com/office/drawing/2014/main" id="{6E4A451A-04A9-3A6B-50F5-C533B42DE0D1}"/>
              </a:ext>
            </a:extLst>
          </p:cNvPr>
          <p:cNvSpPr txBox="1">
            <a:spLocks/>
          </p:cNvSpPr>
          <p:nvPr/>
        </p:nvSpPr>
        <p:spPr>
          <a:xfrm flipH="1">
            <a:off x="1123327" y="4044455"/>
            <a:ext cx="2727115" cy="4510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a:solidFill>
                  <a:schemeClr val="tx1"/>
                </a:solidFill>
                <a:latin typeface="Baskerville Old Face" panose="02020602080505020303" pitchFamily="18" charset="0"/>
              </a:rPr>
              <a:t>QA</a:t>
            </a:r>
          </a:p>
        </p:txBody>
      </p:sp>
      <p:sp>
        <p:nvSpPr>
          <p:cNvPr id="64" name="Google Shape;411;p47">
            <a:extLst>
              <a:ext uri="{FF2B5EF4-FFF2-40B4-BE49-F238E27FC236}">
                <a16:creationId xmlns:a16="http://schemas.microsoft.com/office/drawing/2014/main" id="{6E4A451A-04A9-3A6B-50F5-C533B42DE0D1}"/>
              </a:ext>
            </a:extLst>
          </p:cNvPr>
          <p:cNvSpPr txBox="1">
            <a:spLocks/>
          </p:cNvSpPr>
          <p:nvPr/>
        </p:nvSpPr>
        <p:spPr>
          <a:xfrm flipH="1">
            <a:off x="223330" y="3530268"/>
            <a:ext cx="2727115" cy="4510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Baskerville Old Face" panose="02020602080505020303" pitchFamily="18" charset="0"/>
              </a:rPr>
              <a:t>Alexey Atanasov</a:t>
            </a:r>
          </a:p>
        </p:txBody>
      </p:sp>
      <p:sp>
        <p:nvSpPr>
          <p:cNvPr id="65" name="Google Shape;411;p47">
            <a:extLst>
              <a:ext uri="{FF2B5EF4-FFF2-40B4-BE49-F238E27FC236}">
                <a16:creationId xmlns:a16="http://schemas.microsoft.com/office/drawing/2014/main" id="{6E4A451A-04A9-3A6B-50F5-C533B42DE0D1}"/>
              </a:ext>
            </a:extLst>
          </p:cNvPr>
          <p:cNvSpPr txBox="1">
            <a:spLocks/>
          </p:cNvSpPr>
          <p:nvPr/>
        </p:nvSpPr>
        <p:spPr>
          <a:xfrm flipH="1">
            <a:off x="2635966" y="1284239"/>
            <a:ext cx="2727115" cy="4510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dirty="0">
                <a:solidFill>
                  <a:schemeClr val="tx1"/>
                </a:solidFill>
                <a:latin typeface="Baskerville Old Face" panose="02020602080505020303" pitchFamily="18" charset="0"/>
              </a:rPr>
              <a:t>Back-end Dev</a:t>
            </a:r>
          </a:p>
        </p:txBody>
      </p:sp>
      <p:sp>
        <p:nvSpPr>
          <p:cNvPr id="11" name="AutoShape 4" descr="image.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35484" y="2806696"/>
            <a:ext cx="1810657" cy="1810657"/>
          </a:xfrm>
          <a:prstGeom prst="rect">
            <a:avLst/>
          </a:prstGeom>
          <a:ln>
            <a:noFill/>
          </a:ln>
          <a:effectLst>
            <a:outerShdw blurRad="190500" algn="tl" rotWithShape="0">
              <a:srgbClr val="000000">
                <a:alpha val="70000"/>
              </a:srgbClr>
            </a:outerShdw>
          </a:effectLst>
        </p:spPr>
      </p:pic>
      <p:pic>
        <p:nvPicPr>
          <p:cNvPr id="14" name="Picture 1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10149" y="2838810"/>
            <a:ext cx="1792584" cy="1810657"/>
          </a:xfrm>
          <a:prstGeom prst="rect">
            <a:avLst/>
          </a:prstGeom>
          <a:ln>
            <a:noFill/>
          </a:ln>
          <a:effectLst>
            <a:outerShdw blurRad="190500" algn="tl" rotWithShape="0">
              <a:srgbClr val="000000">
                <a:alpha val="70000"/>
              </a:srgbClr>
            </a:outerShdw>
          </a:effectLst>
        </p:spPr>
      </p:pic>
      <p:sp>
        <p:nvSpPr>
          <p:cNvPr id="71" name="Google Shape;411;p47">
            <a:extLst>
              <a:ext uri="{FF2B5EF4-FFF2-40B4-BE49-F238E27FC236}">
                <a16:creationId xmlns:a16="http://schemas.microsoft.com/office/drawing/2014/main" id="{6E4A451A-04A9-3A6B-50F5-C533B42DE0D1}"/>
              </a:ext>
            </a:extLst>
          </p:cNvPr>
          <p:cNvSpPr txBox="1">
            <a:spLocks/>
          </p:cNvSpPr>
          <p:nvPr/>
        </p:nvSpPr>
        <p:spPr>
          <a:xfrm flipH="1">
            <a:off x="6953595" y="1471468"/>
            <a:ext cx="2727115" cy="4510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Baskerville Old Face" panose="02020602080505020303" pitchFamily="18" charset="0"/>
              </a:rPr>
              <a:t>Front-end Dev</a:t>
            </a:r>
          </a:p>
        </p:txBody>
      </p:sp>
      <p:sp>
        <p:nvSpPr>
          <p:cNvPr id="72" name="Google Shape;411;p47">
            <a:extLst>
              <a:ext uri="{FF2B5EF4-FFF2-40B4-BE49-F238E27FC236}">
                <a16:creationId xmlns:a16="http://schemas.microsoft.com/office/drawing/2014/main" id="{6E4A451A-04A9-3A6B-50F5-C533B42DE0D1}"/>
              </a:ext>
            </a:extLst>
          </p:cNvPr>
          <p:cNvSpPr txBox="1">
            <a:spLocks/>
          </p:cNvSpPr>
          <p:nvPr/>
        </p:nvSpPr>
        <p:spPr>
          <a:xfrm flipH="1">
            <a:off x="6715057" y="1074770"/>
            <a:ext cx="2727115" cy="451062"/>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Baskerville Old Face" panose="02020602080505020303" pitchFamily="18" charset="0"/>
              </a:rPr>
              <a:t>Anastas Apostolov</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7" name="Google Shape;1467;p37"/>
          <p:cNvSpPr txBox="1">
            <a:spLocks noGrp="1"/>
          </p:cNvSpPr>
          <p:nvPr>
            <p:ph type="subTitle" idx="9"/>
          </p:nvPr>
        </p:nvSpPr>
        <p:spPr>
          <a:xfrm>
            <a:off x="2867149" y="573873"/>
            <a:ext cx="4529330" cy="88464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About the idea</a:t>
            </a:r>
            <a:endParaRPr sz="4000" dirty="0"/>
          </a:p>
        </p:txBody>
      </p:sp>
      <p:sp>
        <p:nvSpPr>
          <p:cNvPr id="1472" name="Google Shape;1472;p37"/>
          <p:cNvSpPr txBox="1">
            <a:spLocks noGrp="1"/>
          </p:cNvSpPr>
          <p:nvPr>
            <p:ph type="title" idx="5"/>
          </p:nvPr>
        </p:nvSpPr>
        <p:spPr>
          <a:xfrm>
            <a:off x="1200909" y="406400"/>
            <a:ext cx="1352637" cy="121958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dirty="0"/>
              <a:t>02</a:t>
            </a:r>
            <a:endParaRPr dirty="0"/>
          </a:p>
        </p:txBody>
      </p:sp>
      <p:grpSp>
        <p:nvGrpSpPr>
          <p:cNvPr id="4" name="Google Shape;1589;p40"/>
          <p:cNvGrpSpPr/>
          <p:nvPr/>
        </p:nvGrpSpPr>
        <p:grpSpPr>
          <a:xfrm>
            <a:off x="3968651" y="1850589"/>
            <a:ext cx="5765856" cy="4103650"/>
            <a:chOff x="4452944" y="2184175"/>
            <a:chExt cx="5765856" cy="4103650"/>
          </a:xfrm>
        </p:grpSpPr>
        <p:pic>
          <p:nvPicPr>
            <p:cNvPr id="5" name="Google Shape;1590;p40"/>
            <p:cNvPicPr preferRelativeResize="0"/>
            <p:nvPr/>
          </p:nvPicPr>
          <p:blipFill rotWithShape="1">
            <a:blip r:embed="rId3">
              <a:alphaModFix/>
            </a:blip>
            <a:srcRect l="16960" t="24718" r="7121" b="26177"/>
            <a:stretch/>
          </p:blipFill>
          <p:spPr>
            <a:xfrm rot="-5400000" flipH="1">
              <a:off x="6600975" y="2670000"/>
              <a:ext cx="4103650" cy="3132000"/>
            </a:xfrm>
            <a:prstGeom prst="rect">
              <a:avLst/>
            </a:prstGeom>
            <a:noFill/>
            <a:ln>
              <a:noFill/>
            </a:ln>
          </p:spPr>
        </p:pic>
        <p:grpSp>
          <p:nvGrpSpPr>
            <p:cNvPr id="6" name="Google Shape;1591;p40"/>
            <p:cNvGrpSpPr/>
            <p:nvPr/>
          </p:nvGrpSpPr>
          <p:grpSpPr>
            <a:xfrm rot="-5400000" flipH="1">
              <a:off x="8074852" y="4089881"/>
              <a:ext cx="1478405" cy="1186772"/>
              <a:chOff x="7945225" y="4302000"/>
              <a:chExt cx="904666" cy="726121"/>
            </a:xfrm>
          </p:grpSpPr>
          <p:sp>
            <p:nvSpPr>
              <p:cNvPr id="33" name="Google Shape;1592;p4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93;p4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94;p4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595;p40"/>
            <p:cNvSpPr/>
            <p:nvPr/>
          </p:nvSpPr>
          <p:spPr>
            <a:xfrm rot="-5400000" flipH="1">
              <a:off x="5435889" y="14813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1596;p40"/>
            <p:cNvGrpSpPr/>
            <p:nvPr/>
          </p:nvGrpSpPr>
          <p:grpSpPr>
            <a:xfrm rot="-5400000" flipH="1">
              <a:off x="7140078" y="3883230"/>
              <a:ext cx="134004" cy="134004"/>
              <a:chOff x="8356813" y="1074288"/>
              <a:chExt cx="351900" cy="351900"/>
            </a:xfrm>
          </p:grpSpPr>
          <p:sp>
            <p:nvSpPr>
              <p:cNvPr id="31" name="Google Shape;1597;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1599;p40"/>
            <p:cNvGrpSpPr/>
            <p:nvPr/>
          </p:nvGrpSpPr>
          <p:grpSpPr>
            <a:xfrm rot="-5400000" flipH="1">
              <a:off x="6766253" y="3499155"/>
              <a:ext cx="134004" cy="134004"/>
              <a:chOff x="8356813" y="1074288"/>
              <a:chExt cx="351900" cy="351900"/>
            </a:xfrm>
          </p:grpSpPr>
          <p:sp>
            <p:nvSpPr>
              <p:cNvPr id="29" name="Google Shape;1600;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01;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602;p40"/>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03;p40"/>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604;p40"/>
            <p:cNvGrpSpPr/>
            <p:nvPr/>
          </p:nvGrpSpPr>
          <p:grpSpPr>
            <a:xfrm rot="-5400000" flipH="1">
              <a:off x="7404606" y="3451356"/>
              <a:ext cx="582050" cy="582425"/>
              <a:chOff x="959750" y="3039275"/>
              <a:chExt cx="582050" cy="582425"/>
            </a:xfrm>
          </p:grpSpPr>
          <p:sp>
            <p:nvSpPr>
              <p:cNvPr id="22" name="Google Shape;1605;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06;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07;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08;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09;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10;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11;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612;p40"/>
            <p:cNvGrpSpPr/>
            <p:nvPr/>
          </p:nvGrpSpPr>
          <p:grpSpPr>
            <a:xfrm rot="-5400000" flipH="1">
              <a:off x="7237650" y="4201057"/>
              <a:ext cx="699928" cy="1651024"/>
              <a:chOff x="8337812" y="3492483"/>
              <a:chExt cx="699928" cy="1651024"/>
            </a:xfrm>
          </p:grpSpPr>
          <p:sp>
            <p:nvSpPr>
              <p:cNvPr id="19" name="Google Shape;1613;p4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14;p4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15;p4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616;p40"/>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17;p40"/>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18;p40"/>
            <p:cNvGrpSpPr/>
            <p:nvPr/>
          </p:nvGrpSpPr>
          <p:grpSpPr>
            <a:xfrm rot="-5400000" flipH="1">
              <a:off x="5819578" y="4727817"/>
              <a:ext cx="134004" cy="134004"/>
              <a:chOff x="8356813" y="1074288"/>
              <a:chExt cx="351900" cy="351900"/>
            </a:xfrm>
          </p:grpSpPr>
          <p:sp>
            <p:nvSpPr>
              <p:cNvPr id="17" name="Google Shape;1619;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20;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667678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529"/>
        <p:cNvGrpSpPr/>
        <p:nvPr/>
      </p:nvGrpSpPr>
      <p:grpSpPr>
        <a:xfrm>
          <a:off x="0" y="0"/>
          <a:ext cx="0" cy="0"/>
          <a:chOff x="0" y="0"/>
          <a:chExt cx="0" cy="0"/>
        </a:xfrm>
      </p:grpSpPr>
      <p:sp>
        <p:nvSpPr>
          <p:cNvPr id="1532" name="Google Shape;1532;p39"/>
          <p:cNvSpPr txBox="1">
            <a:spLocks noGrp="1"/>
          </p:cNvSpPr>
          <p:nvPr>
            <p:ph type="subTitle" idx="2"/>
          </p:nvPr>
        </p:nvSpPr>
        <p:spPr>
          <a:xfrm>
            <a:off x="679360" y="198681"/>
            <a:ext cx="4075520" cy="3773106"/>
          </a:xfrm>
          <a:prstGeom prst="rect">
            <a:avLst/>
          </a:prstGeom>
        </p:spPr>
        <p:txBody>
          <a:bodyPr spcFirstLastPara="1" wrap="square" lIns="91425" tIns="91425" rIns="91425" bIns="91425" anchor="t" anchorCtr="0">
            <a:noAutofit/>
          </a:bodyPr>
          <a:lstStyle/>
          <a:p>
            <a:pPr marL="0" lvl="0" indent="0"/>
            <a:r>
              <a:rPr lang="en-US" sz="1600" b="1" dirty="0">
                <a:latin typeface="NSimSun" panose="02010609030101010101" pitchFamily="49" charset="-122"/>
                <a:ea typeface="NSimSun" panose="02010609030101010101" pitchFamily="49" charset="-122"/>
              </a:rPr>
              <a:t>Our idea is a simple 2D maze where the player controls a small dot. At every intersection(more than 1 possible path to go), smaller dots appear around the main one, the player must tap one to move forward. Every five levels, the maze becomes more complex, making it harder to find the right path and reach the goal. For example on further levels teleporters appear and there is also a timer</a:t>
            </a:r>
            <a:endParaRPr sz="1600" b="1" dirty="0">
              <a:solidFill>
                <a:schemeClr val="tx1"/>
              </a:solidFill>
              <a:latin typeface="NSimSun" panose="02010609030101010101" pitchFamily="49" charset="-122"/>
              <a:ea typeface="NSimSun" panose="02010609030101010101" pitchFamily="49" charset="-122"/>
            </a:endParaRP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 name="Google Shape;1437;p35"/>
          <p:cNvGrpSpPr/>
          <p:nvPr/>
        </p:nvGrpSpPr>
        <p:grpSpPr>
          <a:xfrm>
            <a:off x="356791" y="0"/>
            <a:ext cx="134070" cy="1891362"/>
            <a:chOff x="8017432" y="-313900"/>
            <a:chExt cx="134070" cy="1891362"/>
          </a:xfrm>
        </p:grpSpPr>
        <p:sp>
          <p:nvSpPr>
            <p:cNvPr id="15"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7"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p:cNvPicPr>
            <a:picLocks noChangeAspect="1"/>
          </p:cNvPicPr>
          <p:nvPr/>
        </p:nvPicPr>
        <p:blipFill>
          <a:blip r:embed="rId3"/>
          <a:stretch>
            <a:fillRect/>
          </a:stretch>
        </p:blipFill>
        <p:spPr>
          <a:xfrm>
            <a:off x="5308803" y="1082281"/>
            <a:ext cx="2844597" cy="2838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7" name="Google Shape;1467;p37"/>
          <p:cNvSpPr txBox="1">
            <a:spLocks noGrp="1"/>
          </p:cNvSpPr>
          <p:nvPr>
            <p:ph type="subTitle" idx="9"/>
          </p:nvPr>
        </p:nvSpPr>
        <p:spPr>
          <a:xfrm>
            <a:off x="2867149" y="573873"/>
            <a:ext cx="4529330" cy="88464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Work progress</a:t>
            </a:r>
            <a:endParaRPr sz="4000" dirty="0"/>
          </a:p>
        </p:txBody>
      </p:sp>
      <p:sp>
        <p:nvSpPr>
          <p:cNvPr id="1472" name="Google Shape;1472;p37"/>
          <p:cNvSpPr txBox="1">
            <a:spLocks noGrp="1"/>
          </p:cNvSpPr>
          <p:nvPr>
            <p:ph type="title" idx="5"/>
          </p:nvPr>
        </p:nvSpPr>
        <p:spPr>
          <a:xfrm>
            <a:off x="1200909" y="406400"/>
            <a:ext cx="1352637" cy="121958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dirty="0"/>
              <a:t>03</a:t>
            </a:r>
            <a:endParaRPr dirty="0"/>
          </a:p>
        </p:txBody>
      </p:sp>
      <p:grpSp>
        <p:nvGrpSpPr>
          <p:cNvPr id="4" name="Google Shape;1589;p40"/>
          <p:cNvGrpSpPr/>
          <p:nvPr/>
        </p:nvGrpSpPr>
        <p:grpSpPr>
          <a:xfrm>
            <a:off x="3806091" y="1694802"/>
            <a:ext cx="5765856" cy="4103650"/>
            <a:chOff x="4452944" y="2184175"/>
            <a:chExt cx="5765856" cy="4103650"/>
          </a:xfrm>
        </p:grpSpPr>
        <p:pic>
          <p:nvPicPr>
            <p:cNvPr id="5" name="Google Shape;1590;p40"/>
            <p:cNvPicPr preferRelativeResize="0"/>
            <p:nvPr/>
          </p:nvPicPr>
          <p:blipFill rotWithShape="1">
            <a:blip r:embed="rId3">
              <a:alphaModFix/>
            </a:blip>
            <a:srcRect l="16960" t="24718" r="7121" b="26177"/>
            <a:stretch/>
          </p:blipFill>
          <p:spPr>
            <a:xfrm rot="-5400000" flipH="1">
              <a:off x="6600975" y="2670000"/>
              <a:ext cx="4103650" cy="3132000"/>
            </a:xfrm>
            <a:prstGeom prst="rect">
              <a:avLst/>
            </a:prstGeom>
            <a:noFill/>
            <a:ln>
              <a:noFill/>
            </a:ln>
          </p:spPr>
        </p:pic>
        <p:grpSp>
          <p:nvGrpSpPr>
            <p:cNvPr id="6" name="Google Shape;1591;p40"/>
            <p:cNvGrpSpPr/>
            <p:nvPr/>
          </p:nvGrpSpPr>
          <p:grpSpPr>
            <a:xfrm rot="-5400000" flipH="1">
              <a:off x="8074852" y="4089881"/>
              <a:ext cx="1478405" cy="1186772"/>
              <a:chOff x="7945225" y="4302000"/>
              <a:chExt cx="904666" cy="726121"/>
            </a:xfrm>
          </p:grpSpPr>
          <p:sp>
            <p:nvSpPr>
              <p:cNvPr id="33" name="Google Shape;1592;p4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93;p4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94;p4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595;p40"/>
            <p:cNvSpPr/>
            <p:nvPr/>
          </p:nvSpPr>
          <p:spPr>
            <a:xfrm rot="-5400000" flipH="1">
              <a:off x="5435889" y="14813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1596;p40"/>
            <p:cNvGrpSpPr/>
            <p:nvPr/>
          </p:nvGrpSpPr>
          <p:grpSpPr>
            <a:xfrm rot="-5400000" flipH="1">
              <a:off x="7140078" y="3883230"/>
              <a:ext cx="134004" cy="134004"/>
              <a:chOff x="8356813" y="1074288"/>
              <a:chExt cx="351900" cy="351900"/>
            </a:xfrm>
          </p:grpSpPr>
          <p:sp>
            <p:nvSpPr>
              <p:cNvPr id="31" name="Google Shape;1597;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1599;p40"/>
            <p:cNvGrpSpPr/>
            <p:nvPr/>
          </p:nvGrpSpPr>
          <p:grpSpPr>
            <a:xfrm rot="-5400000" flipH="1">
              <a:off x="6766253" y="3499155"/>
              <a:ext cx="134004" cy="134004"/>
              <a:chOff x="8356813" y="1074288"/>
              <a:chExt cx="351900" cy="351900"/>
            </a:xfrm>
          </p:grpSpPr>
          <p:sp>
            <p:nvSpPr>
              <p:cNvPr id="29" name="Google Shape;1600;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01;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602;p40"/>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03;p40"/>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604;p40"/>
            <p:cNvGrpSpPr/>
            <p:nvPr/>
          </p:nvGrpSpPr>
          <p:grpSpPr>
            <a:xfrm rot="-5400000" flipH="1">
              <a:off x="7404606" y="3451356"/>
              <a:ext cx="582050" cy="582425"/>
              <a:chOff x="959750" y="3039275"/>
              <a:chExt cx="582050" cy="582425"/>
            </a:xfrm>
          </p:grpSpPr>
          <p:sp>
            <p:nvSpPr>
              <p:cNvPr id="22" name="Google Shape;1605;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06;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07;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08;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09;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10;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11;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612;p40"/>
            <p:cNvGrpSpPr/>
            <p:nvPr/>
          </p:nvGrpSpPr>
          <p:grpSpPr>
            <a:xfrm rot="-5400000" flipH="1">
              <a:off x="7237650" y="4201057"/>
              <a:ext cx="699928" cy="1651024"/>
              <a:chOff x="8337812" y="3492483"/>
              <a:chExt cx="699928" cy="1651024"/>
            </a:xfrm>
          </p:grpSpPr>
          <p:sp>
            <p:nvSpPr>
              <p:cNvPr id="19" name="Google Shape;1613;p4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14;p4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15;p4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616;p40"/>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17;p40"/>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18;p40"/>
            <p:cNvGrpSpPr/>
            <p:nvPr/>
          </p:nvGrpSpPr>
          <p:grpSpPr>
            <a:xfrm rot="-5400000" flipH="1">
              <a:off x="5819578" y="4727817"/>
              <a:ext cx="134004" cy="134004"/>
              <a:chOff x="8356813" y="1074288"/>
              <a:chExt cx="351900" cy="351900"/>
            </a:xfrm>
          </p:grpSpPr>
          <p:sp>
            <p:nvSpPr>
              <p:cNvPr id="17" name="Google Shape;1619;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20;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492740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graphicFrame>
        <p:nvGraphicFramePr>
          <p:cNvPr id="89" name="Таблица 15">
            <a:extLst>
              <a:ext uri="{FF2B5EF4-FFF2-40B4-BE49-F238E27FC236}">
                <a16:creationId xmlns:a16="http://schemas.microsoft.com/office/drawing/2014/main" id="{85B3C00D-D239-F1A6-5E6C-C5DD2C379696}"/>
              </a:ext>
            </a:extLst>
          </p:cNvPr>
          <p:cNvGraphicFramePr>
            <a:graphicFrameLocks noGrp="1"/>
          </p:cNvGraphicFramePr>
          <p:nvPr>
            <p:extLst>
              <p:ext uri="{D42A27DB-BD31-4B8C-83A1-F6EECF244321}">
                <p14:modId xmlns:p14="http://schemas.microsoft.com/office/powerpoint/2010/main" val="1283140120"/>
              </p:ext>
            </p:extLst>
          </p:nvPr>
        </p:nvGraphicFramePr>
        <p:xfrm>
          <a:off x="931492" y="836779"/>
          <a:ext cx="7106405" cy="2584961"/>
        </p:xfrm>
        <a:graphic>
          <a:graphicData uri="http://schemas.openxmlformats.org/drawingml/2006/table">
            <a:tbl>
              <a:tblPr firstRow="1" bandRow="1"/>
              <a:tblGrid>
                <a:gridCol w="763640">
                  <a:extLst>
                    <a:ext uri="{9D8B030D-6E8A-4147-A177-3AD203B41FA5}">
                      <a16:colId xmlns:a16="http://schemas.microsoft.com/office/drawing/2014/main" val="3042898858"/>
                    </a:ext>
                  </a:extLst>
                </a:gridCol>
                <a:gridCol w="887932">
                  <a:extLst>
                    <a:ext uri="{9D8B030D-6E8A-4147-A177-3AD203B41FA5}">
                      <a16:colId xmlns:a16="http://schemas.microsoft.com/office/drawing/2014/main" val="4261128590"/>
                    </a:ext>
                  </a:extLst>
                </a:gridCol>
                <a:gridCol w="948394">
                  <a:extLst>
                    <a:ext uri="{9D8B030D-6E8A-4147-A177-3AD203B41FA5}">
                      <a16:colId xmlns:a16="http://schemas.microsoft.com/office/drawing/2014/main" val="3721801894"/>
                    </a:ext>
                  </a:extLst>
                </a:gridCol>
                <a:gridCol w="1110246">
                  <a:extLst>
                    <a:ext uri="{9D8B030D-6E8A-4147-A177-3AD203B41FA5}">
                      <a16:colId xmlns:a16="http://schemas.microsoft.com/office/drawing/2014/main" val="2426401526"/>
                    </a:ext>
                  </a:extLst>
                </a:gridCol>
                <a:gridCol w="965356">
                  <a:extLst>
                    <a:ext uri="{9D8B030D-6E8A-4147-A177-3AD203B41FA5}">
                      <a16:colId xmlns:a16="http://schemas.microsoft.com/office/drawing/2014/main" val="2169771765"/>
                    </a:ext>
                  </a:extLst>
                </a:gridCol>
                <a:gridCol w="721109">
                  <a:extLst>
                    <a:ext uri="{9D8B030D-6E8A-4147-A177-3AD203B41FA5}">
                      <a16:colId xmlns:a16="http://schemas.microsoft.com/office/drawing/2014/main" val="2878457060"/>
                    </a:ext>
                  </a:extLst>
                </a:gridCol>
                <a:gridCol w="837418">
                  <a:extLst>
                    <a:ext uri="{9D8B030D-6E8A-4147-A177-3AD203B41FA5}">
                      <a16:colId xmlns:a16="http://schemas.microsoft.com/office/drawing/2014/main" val="4028280740"/>
                    </a:ext>
                  </a:extLst>
                </a:gridCol>
                <a:gridCol w="872310">
                  <a:extLst>
                    <a:ext uri="{9D8B030D-6E8A-4147-A177-3AD203B41FA5}">
                      <a16:colId xmlns:a16="http://schemas.microsoft.com/office/drawing/2014/main" val="1213424194"/>
                    </a:ext>
                  </a:extLst>
                </a:gridCol>
              </a:tblGrid>
              <a:tr h="441838">
                <a:tc>
                  <a:txBody>
                    <a:bodyPr/>
                    <a:lstStyle/>
                    <a:p>
                      <a:pPr marL="0" marR="0" lvl="0" indent="0" algn="ctr" rtl="0" eaLnBrk="1" fontAlgn="auto" latinLnBrk="0" hangingPunct="1">
                        <a:lnSpc>
                          <a:spcPct val="150000"/>
                        </a:lnSpc>
                        <a:buNone/>
                      </a:pPr>
                      <a:r>
                        <a:rPr lang="en-US" sz="1400" b="0" i="0" u="sng" dirty="0">
                          <a:solidFill>
                            <a:schemeClr val="tx1"/>
                          </a:solidFill>
                          <a:effectLst/>
                          <a:latin typeface="Arial"/>
                          <a:ea typeface="Arial" panose="020B0604020202020204" pitchFamily="34" charset="0"/>
                          <a:cs typeface="Arial"/>
                        </a:rPr>
                        <a:t>Period</a:t>
                      </a:r>
                      <a:endParaRPr lang="en-US" dirty="0">
                        <a:solidFill>
                          <a:schemeClr val="tx1"/>
                        </a:solidFill>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lvl="0" algn="ctr" rtl="0">
                        <a:buNone/>
                      </a:pPr>
                      <a:r>
                        <a:rPr lang="en-US" sz="1400" b="0" i="0">
                          <a:solidFill>
                            <a:schemeClr val="bg1"/>
                          </a:solidFill>
                          <a:effectLst/>
                          <a:latin typeface="Arial"/>
                          <a:ea typeface="Arial" panose="020B0604020202020204" pitchFamily="34" charset="0"/>
                          <a:cs typeface="Arial"/>
                        </a:rPr>
                        <a:t>Monday</a:t>
                      </a:r>
                      <a:endParaRPr lang="en-US">
                        <a:solidFill>
                          <a:schemeClr val="bg1"/>
                        </a:solidFill>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lvl="0" algn="ctr" rtl="0">
                        <a:buNone/>
                      </a:pPr>
                      <a:r>
                        <a:rPr lang="en-US" sz="1400" b="0" i="0">
                          <a:solidFill>
                            <a:schemeClr val="bg1"/>
                          </a:solidFill>
                          <a:effectLst/>
                          <a:latin typeface="Arial"/>
                          <a:ea typeface="Arial" panose="020B0604020202020204" pitchFamily="34" charset="0"/>
                          <a:cs typeface="Arial"/>
                        </a:rPr>
                        <a:t>Tuesday</a:t>
                      </a:r>
                      <a:endParaRPr lang="en-US">
                        <a:solidFill>
                          <a:schemeClr val="bg1"/>
                        </a:solidFill>
                        <a:effectLst/>
                        <a:latin typeface="Arial"/>
                        <a:cs typeface="Arial"/>
                      </a:endParaRP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lvl="0" algn="ctr" rtl="0">
                        <a:buNone/>
                      </a:pPr>
                      <a:r>
                        <a:rPr lang="en-US" sz="1400" b="0" i="0">
                          <a:solidFill>
                            <a:schemeClr val="bg1"/>
                          </a:solidFill>
                          <a:effectLst/>
                          <a:latin typeface="Arial"/>
                          <a:ea typeface="Arial" panose="020B0604020202020204" pitchFamily="34" charset="0"/>
                          <a:cs typeface="Arial"/>
                        </a:rPr>
                        <a:t>Wednesday</a:t>
                      </a:r>
                      <a:endParaRPr lang="en-US">
                        <a:solidFill>
                          <a:schemeClr val="bg1"/>
                        </a:solidFill>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lvl="0" algn="ctr" rtl="0">
                        <a:buNone/>
                      </a:pPr>
                      <a:r>
                        <a:rPr lang="en-US" sz="1400" b="0" i="0">
                          <a:solidFill>
                            <a:schemeClr val="bg1"/>
                          </a:solidFill>
                          <a:effectLst/>
                          <a:latin typeface="Arial"/>
                          <a:ea typeface="Arial" panose="020B0604020202020204" pitchFamily="34" charset="0"/>
                          <a:cs typeface="Arial"/>
                        </a:rPr>
                        <a:t>Thursday</a:t>
                      </a:r>
                      <a:endParaRPr lang="en-US">
                        <a:solidFill>
                          <a:schemeClr val="bg1"/>
                        </a:solidFill>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lvl="0" algn="ctr" rtl="0">
                        <a:buNone/>
                      </a:pPr>
                      <a:r>
                        <a:rPr lang="en-US" sz="1400" b="0" i="0">
                          <a:solidFill>
                            <a:schemeClr val="bg1"/>
                          </a:solidFill>
                          <a:effectLst/>
                          <a:latin typeface="Arial"/>
                          <a:ea typeface="Arial" panose="020B0604020202020204" pitchFamily="34" charset="0"/>
                          <a:cs typeface="Arial"/>
                        </a:rPr>
                        <a:t>Friday</a:t>
                      </a:r>
                      <a:endParaRPr lang="en-US">
                        <a:solidFill>
                          <a:schemeClr val="bg1"/>
                        </a:solidFill>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lvl="0" algn="ctr" rtl="0">
                        <a:buNone/>
                      </a:pPr>
                      <a:r>
                        <a:rPr lang="en-US" sz="1400" b="0" i="0">
                          <a:solidFill>
                            <a:schemeClr val="bg1"/>
                          </a:solidFill>
                          <a:effectLst/>
                          <a:latin typeface="Arial"/>
                          <a:ea typeface="Arial" panose="020B0604020202020204" pitchFamily="34" charset="0"/>
                          <a:cs typeface="Arial"/>
                        </a:rPr>
                        <a:t>Saturday</a:t>
                      </a:r>
                      <a:endParaRPr lang="en-US">
                        <a:solidFill>
                          <a:schemeClr val="bg1"/>
                        </a:solidFill>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lvl="0" algn="ctr" rtl="0">
                        <a:buNone/>
                      </a:pPr>
                      <a:r>
                        <a:rPr lang="en-US" sz="1400" b="0" i="0">
                          <a:solidFill>
                            <a:schemeClr val="bg1"/>
                          </a:solidFill>
                          <a:effectLst/>
                          <a:latin typeface="Arial"/>
                          <a:ea typeface="Arial" panose="020B0604020202020204" pitchFamily="34" charset="0"/>
                          <a:cs typeface="Arial"/>
                        </a:rPr>
                        <a:t>Sunday</a:t>
                      </a:r>
                      <a:endParaRPr lang="en-US">
                        <a:solidFill>
                          <a:schemeClr val="bg1"/>
                        </a:solidFill>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extLst>
                  <a:ext uri="{0D108BD9-81ED-4DB2-BD59-A6C34878D82A}">
                    <a16:rowId xmlns:a16="http://schemas.microsoft.com/office/drawing/2014/main" val="3693818137"/>
                  </a:ext>
                </a:extLst>
              </a:tr>
              <a:tr h="677424">
                <a:tc>
                  <a:txBody>
                    <a:bodyPr/>
                    <a:lstStyle/>
                    <a:p>
                      <a:pPr marR="0" algn="l" rtl="0">
                        <a:buNone/>
                      </a:pPr>
                      <a:r>
                        <a:rPr lang="bg-BG" sz="1400" b="0" i="0" dirty="0">
                          <a:solidFill>
                            <a:srgbClr val="000000"/>
                          </a:solidFill>
                          <a:effectLst/>
                          <a:latin typeface="Arial"/>
                          <a:cs typeface="Arial"/>
                        </a:rPr>
                        <a:t>2</a:t>
                      </a:r>
                      <a:r>
                        <a:rPr lang="en-US" sz="1400" b="0" i="0" dirty="0">
                          <a:solidFill>
                            <a:srgbClr val="000000"/>
                          </a:solidFill>
                          <a:effectLst/>
                          <a:latin typeface="Arial"/>
                          <a:cs typeface="Arial"/>
                        </a:rPr>
                        <a:t>1</a:t>
                      </a:r>
                      <a:r>
                        <a:rPr lang="bg-BG" sz="1400" b="0" i="0" dirty="0">
                          <a:solidFill>
                            <a:srgbClr val="000000"/>
                          </a:solidFill>
                          <a:effectLst/>
                          <a:latin typeface="Arial"/>
                          <a:cs typeface="Arial"/>
                        </a:rPr>
                        <a:t>.</a:t>
                      </a:r>
                      <a:r>
                        <a:rPr lang="en-US" sz="1400" b="0" i="0" dirty="0">
                          <a:solidFill>
                            <a:srgbClr val="000000"/>
                          </a:solidFill>
                          <a:effectLst/>
                          <a:latin typeface="Arial"/>
                          <a:cs typeface="Arial"/>
                        </a:rPr>
                        <a:t>10</a:t>
                      </a:r>
                      <a:r>
                        <a:rPr lang="bg-BG" sz="1400" b="0" i="0" dirty="0">
                          <a:solidFill>
                            <a:srgbClr val="000000"/>
                          </a:solidFill>
                          <a:effectLst/>
                          <a:latin typeface="Arial"/>
                          <a:cs typeface="Arial"/>
                        </a:rPr>
                        <a:t>-</a:t>
                      </a:r>
                      <a:r>
                        <a:rPr lang="en-US" sz="1400" b="0" i="0" dirty="0">
                          <a:solidFill>
                            <a:srgbClr val="000000"/>
                          </a:solidFill>
                          <a:effectLst/>
                          <a:latin typeface="Arial"/>
                          <a:cs typeface="Arial"/>
                        </a:rPr>
                        <a:t>28</a:t>
                      </a:r>
                      <a:r>
                        <a:rPr lang="bg-BG" sz="1400" b="0" i="0" dirty="0">
                          <a:solidFill>
                            <a:srgbClr val="000000"/>
                          </a:solidFill>
                          <a:effectLst/>
                          <a:latin typeface="Arial"/>
                          <a:cs typeface="Arial"/>
                        </a:rPr>
                        <a:t>.</a:t>
                      </a:r>
                      <a:r>
                        <a:rPr lang="en-US" sz="1400" b="0" i="0" dirty="0">
                          <a:solidFill>
                            <a:srgbClr val="000000"/>
                          </a:solidFill>
                          <a:effectLst/>
                          <a:latin typeface="Arial"/>
                          <a:cs typeface="Arial"/>
                        </a:rPr>
                        <a:t>10</a:t>
                      </a:r>
                      <a:endParaRPr lang="bg-BG" dirty="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algn="l" rtl="0">
                        <a:buNone/>
                      </a:pPr>
                      <a:endParaRPr lang="bg-BG" dirty="0">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algn="l" rtl="0">
                        <a:buNone/>
                      </a:pPr>
                      <a:endParaRPr lang="bg-BG">
                        <a:effectLst/>
                      </a:endParaRP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algn="l" rtl="0">
                        <a:buNone/>
                      </a:pPr>
                      <a:endParaRPr lang="bg-BG" dirty="0">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20000"/>
                        <a:lumOff val="80000"/>
                      </a:schemeClr>
                    </a:solidFill>
                  </a:tcPr>
                </a:tc>
                <a:extLst>
                  <a:ext uri="{0D108BD9-81ED-4DB2-BD59-A6C34878D82A}">
                    <a16:rowId xmlns:a16="http://schemas.microsoft.com/office/drawing/2014/main" val="3901447283"/>
                  </a:ext>
                </a:extLst>
              </a:tr>
              <a:tr h="726691">
                <a:tc>
                  <a:txBody>
                    <a:bodyPr/>
                    <a:lstStyle/>
                    <a:p>
                      <a:pPr marR="0" algn="l" rtl="0">
                        <a:buNone/>
                      </a:pPr>
                      <a:r>
                        <a:rPr lang="en-US" sz="1400" b="0" i="0" dirty="0">
                          <a:solidFill>
                            <a:srgbClr val="000000"/>
                          </a:solidFill>
                          <a:effectLst/>
                          <a:latin typeface="Arial"/>
                          <a:cs typeface="Arial"/>
                        </a:rPr>
                        <a:t>29.10-05.11</a:t>
                      </a:r>
                      <a:endParaRPr lang="en-US" dirty="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algn="l" rtl="0">
                        <a:buNone/>
                      </a:pPr>
                      <a:endParaRPr lang="bg-BG" dirty="0">
                        <a:effectLst/>
                      </a:endParaRPr>
                    </a:p>
                  </a:txBody>
                  <a:tcPr marL="0" marR="0" marT="0" marB="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R="0" algn="l" rtl="0">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4069779729"/>
                  </a:ext>
                </a:extLst>
              </a:tr>
              <a:tr h="739008">
                <a:tc>
                  <a:txBody>
                    <a:bodyPr/>
                    <a:lstStyle/>
                    <a:p>
                      <a:pPr lvl="0" algn="l">
                        <a:buNone/>
                      </a:pPr>
                      <a:r>
                        <a:rPr lang="en-US" sz="1400" b="0" i="0" u="none" strike="noStrike" noProof="0" dirty="0">
                          <a:solidFill>
                            <a:srgbClr val="000000"/>
                          </a:solidFill>
                          <a:effectLst/>
                          <a:latin typeface="Arial"/>
                        </a:rPr>
                        <a:t>06.11-13.11</a:t>
                      </a:r>
                      <a:endParaRPr lang="bg-BG" dirty="0"/>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lvl="0" algn="l">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lvl="0" algn="l">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lvl="0" algn="l">
                        <a:buNone/>
                      </a:pPr>
                      <a:endParaRPr lang="bg-BG" dirty="0">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lvl="0" algn="l">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lvl="0" algn="l">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lvl="0" algn="l">
                        <a:buNone/>
                      </a:pPr>
                      <a:endParaRPr lang="bg-BG">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lvl="0" algn="l">
                        <a:buNone/>
                      </a:pPr>
                      <a:endParaRPr lang="bg-BG" dirty="0">
                        <a:effectLst/>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4065884332"/>
                  </a:ext>
                </a:extLst>
              </a:tr>
            </a:tbl>
          </a:graphicData>
        </a:graphic>
      </p:graphicFrame>
      <p:sp>
        <p:nvSpPr>
          <p:cNvPr id="90" name="Правоъгълник 16">
            <a:extLst>
              <a:ext uri="{FF2B5EF4-FFF2-40B4-BE49-F238E27FC236}">
                <a16:creationId xmlns:a16="http://schemas.microsoft.com/office/drawing/2014/main" id="{D2C0262F-9FFD-81CA-D17B-08BFDC12686F}"/>
              </a:ext>
            </a:extLst>
          </p:cNvPr>
          <p:cNvSpPr/>
          <p:nvPr/>
        </p:nvSpPr>
        <p:spPr>
          <a:xfrm>
            <a:off x="3553114" y="1771803"/>
            <a:ext cx="1068787" cy="168573"/>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1" name="Правоъгълник 18">
            <a:extLst>
              <a:ext uri="{FF2B5EF4-FFF2-40B4-BE49-F238E27FC236}">
                <a16:creationId xmlns:a16="http://schemas.microsoft.com/office/drawing/2014/main" id="{1517EB9B-325A-6E6B-DE10-BC302415BDE5}"/>
              </a:ext>
            </a:extLst>
          </p:cNvPr>
          <p:cNvSpPr/>
          <p:nvPr/>
        </p:nvSpPr>
        <p:spPr>
          <a:xfrm>
            <a:off x="4641313" y="1685793"/>
            <a:ext cx="982670" cy="254691"/>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2" name="Правоъгълник 19">
            <a:extLst>
              <a:ext uri="{FF2B5EF4-FFF2-40B4-BE49-F238E27FC236}">
                <a16:creationId xmlns:a16="http://schemas.microsoft.com/office/drawing/2014/main" id="{937F70DF-474D-74AC-C479-C5AE101E2CB3}"/>
              </a:ext>
            </a:extLst>
          </p:cNvPr>
          <p:cNvSpPr/>
          <p:nvPr/>
        </p:nvSpPr>
        <p:spPr>
          <a:xfrm>
            <a:off x="5619908" y="1857919"/>
            <a:ext cx="716493" cy="82457"/>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3" name="Правоъгълник 20">
            <a:extLst>
              <a:ext uri="{FF2B5EF4-FFF2-40B4-BE49-F238E27FC236}">
                <a16:creationId xmlns:a16="http://schemas.microsoft.com/office/drawing/2014/main" id="{D9695135-F6E7-FDD1-AC7F-EA3D8FBF7DC2}"/>
              </a:ext>
            </a:extLst>
          </p:cNvPr>
          <p:cNvSpPr/>
          <p:nvPr/>
        </p:nvSpPr>
        <p:spPr>
          <a:xfrm>
            <a:off x="6324388" y="1756253"/>
            <a:ext cx="826095" cy="184231"/>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4" name="Правоъгълник 21">
            <a:extLst>
              <a:ext uri="{FF2B5EF4-FFF2-40B4-BE49-F238E27FC236}">
                <a16:creationId xmlns:a16="http://schemas.microsoft.com/office/drawing/2014/main" id="{52B147D6-2AB7-44B1-2AB9-AC88D9A39300}"/>
              </a:ext>
            </a:extLst>
          </p:cNvPr>
          <p:cNvSpPr/>
          <p:nvPr/>
        </p:nvSpPr>
        <p:spPr>
          <a:xfrm>
            <a:off x="1729012" y="2476282"/>
            <a:ext cx="849581" cy="184230"/>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5" name="Правоъгълник 22">
            <a:extLst>
              <a:ext uri="{FF2B5EF4-FFF2-40B4-BE49-F238E27FC236}">
                <a16:creationId xmlns:a16="http://schemas.microsoft.com/office/drawing/2014/main" id="{7894941D-5C98-D7BF-1CA0-A76C4E80D505}"/>
              </a:ext>
            </a:extLst>
          </p:cNvPr>
          <p:cNvSpPr/>
          <p:nvPr/>
        </p:nvSpPr>
        <p:spPr>
          <a:xfrm>
            <a:off x="2582457" y="2433308"/>
            <a:ext cx="982668" cy="223371"/>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6" name="Правоъгълник 23">
            <a:extLst>
              <a:ext uri="{FF2B5EF4-FFF2-40B4-BE49-F238E27FC236}">
                <a16:creationId xmlns:a16="http://schemas.microsoft.com/office/drawing/2014/main" id="{EF81A12C-5A51-B01E-8ADF-88F45CDD3A9F}"/>
              </a:ext>
            </a:extLst>
          </p:cNvPr>
          <p:cNvSpPr/>
          <p:nvPr/>
        </p:nvSpPr>
        <p:spPr>
          <a:xfrm>
            <a:off x="3510193" y="2302134"/>
            <a:ext cx="1115759" cy="356461"/>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7" name="Правоъгълник 24">
            <a:extLst>
              <a:ext uri="{FF2B5EF4-FFF2-40B4-BE49-F238E27FC236}">
                <a16:creationId xmlns:a16="http://schemas.microsoft.com/office/drawing/2014/main" id="{3BC77DA1-A616-90F9-8EAD-FFA5F136DA45}"/>
              </a:ext>
            </a:extLst>
          </p:cNvPr>
          <p:cNvSpPr/>
          <p:nvPr/>
        </p:nvSpPr>
        <p:spPr>
          <a:xfrm>
            <a:off x="4621882" y="2159301"/>
            <a:ext cx="982667" cy="497379"/>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8" name="Правоъгълник 26">
            <a:extLst>
              <a:ext uri="{FF2B5EF4-FFF2-40B4-BE49-F238E27FC236}">
                <a16:creationId xmlns:a16="http://schemas.microsoft.com/office/drawing/2014/main" id="{20DE3A4A-2EF3-9FED-4612-07DACA957A6A}"/>
              </a:ext>
            </a:extLst>
          </p:cNvPr>
          <p:cNvSpPr/>
          <p:nvPr/>
        </p:nvSpPr>
        <p:spPr>
          <a:xfrm>
            <a:off x="6334243" y="2102475"/>
            <a:ext cx="818267" cy="544352"/>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9" name="Правоъгълник 27">
            <a:extLst>
              <a:ext uri="{FF2B5EF4-FFF2-40B4-BE49-F238E27FC236}">
                <a16:creationId xmlns:a16="http://schemas.microsoft.com/office/drawing/2014/main" id="{910F5B3F-1079-8857-0648-9D312EEC9715}"/>
              </a:ext>
            </a:extLst>
          </p:cNvPr>
          <p:cNvSpPr/>
          <p:nvPr/>
        </p:nvSpPr>
        <p:spPr>
          <a:xfrm>
            <a:off x="2572498" y="2838378"/>
            <a:ext cx="959181" cy="544351"/>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00" name="Правоъгълник 28">
            <a:extLst>
              <a:ext uri="{FF2B5EF4-FFF2-40B4-BE49-F238E27FC236}">
                <a16:creationId xmlns:a16="http://schemas.microsoft.com/office/drawing/2014/main" id="{67341155-F9E4-AF4C-29FA-BC9CCF86C4A1}"/>
              </a:ext>
            </a:extLst>
          </p:cNvPr>
          <p:cNvSpPr/>
          <p:nvPr/>
        </p:nvSpPr>
        <p:spPr>
          <a:xfrm>
            <a:off x="7158288" y="2302133"/>
            <a:ext cx="888723" cy="356465"/>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01" name="Правоъгълник 29">
            <a:extLst>
              <a:ext uri="{FF2B5EF4-FFF2-40B4-BE49-F238E27FC236}">
                <a16:creationId xmlns:a16="http://schemas.microsoft.com/office/drawing/2014/main" id="{4FCED872-EF27-41B6-110C-0B3D582E8553}"/>
              </a:ext>
            </a:extLst>
          </p:cNvPr>
          <p:cNvSpPr/>
          <p:nvPr/>
        </p:nvSpPr>
        <p:spPr>
          <a:xfrm>
            <a:off x="1711220" y="3112275"/>
            <a:ext cx="857410" cy="262518"/>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02" name="Правоъгълник 30">
            <a:extLst>
              <a:ext uri="{FF2B5EF4-FFF2-40B4-BE49-F238E27FC236}">
                <a16:creationId xmlns:a16="http://schemas.microsoft.com/office/drawing/2014/main" id="{7825320B-F15D-0C9D-5DC2-5CED72EB22E5}"/>
              </a:ext>
            </a:extLst>
          </p:cNvPr>
          <p:cNvSpPr/>
          <p:nvPr/>
        </p:nvSpPr>
        <p:spPr>
          <a:xfrm>
            <a:off x="4621500" y="3102746"/>
            <a:ext cx="974837" cy="286004"/>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03" name="Правоъгълник 31">
            <a:extLst>
              <a:ext uri="{FF2B5EF4-FFF2-40B4-BE49-F238E27FC236}">
                <a16:creationId xmlns:a16="http://schemas.microsoft.com/office/drawing/2014/main" id="{DB20DC3E-621C-E5AD-B4AF-CAEE7E280A24}"/>
              </a:ext>
            </a:extLst>
          </p:cNvPr>
          <p:cNvSpPr/>
          <p:nvPr/>
        </p:nvSpPr>
        <p:spPr>
          <a:xfrm>
            <a:off x="5611866" y="3204414"/>
            <a:ext cx="716490" cy="176396"/>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04" name="Правоъгълник 32">
            <a:extLst>
              <a:ext uri="{FF2B5EF4-FFF2-40B4-BE49-F238E27FC236}">
                <a16:creationId xmlns:a16="http://schemas.microsoft.com/office/drawing/2014/main" id="{890D844D-D891-9A14-3151-10F53783E9FB}"/>
              </a:ext>
            </a:extLst>
          </p:cNvPr>
          <p:cNvSpPr/>
          <p:nvPr/>
        </p:nvSpPr>
        <p:spPr>
          <a:xfrm>
            <a:off x="6348097" y="2842377"/>
            <a:ext cx="818266" cy="536520"/>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05" name="Правоъгълник 33">
            <a:extLst>
              <a:ext uri="{FF2B5EF4-FFF2-40B4-BE49-F238E27FC236}">
                <a16:creationId xmlns:a16="http://schemas.microsoft.com/office/drawing/2014/main" id="{B9FB56AC-CCA7-84C3-97F3-FA00AAD885F9}"/>
              </a:ext>
            </a:extLst>
          </p:cNvPr>
          <p:cNvSpPr/>
          <p:nvPr/>
        </p:nvSpPr>
        <p:spPr>
          <a:xfrm>
            <a:off x="7162184" y="2979293"/>
            <a:ext cx="873063" cy="403432"/>
          </a:xfrm>
          <a:prstGeom prst="rect">
            <a:avLst/>
          </a:prstGeom>
          <a:solidFill>
            <a:schemeClr val="bg2">
              <a:lumMod val="40000"/>
              <a:lumOff val="6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7" name="Google Shape;1467;p37"/>
          <p:cNvSpPr txBox="1">
            <a:spLocks noGrp="1"/>
          </p:cNvSpPr>
          <p:nvPr>
            <p:ph type="subTitle" idx="9"/>
          </p:nvPr>
        </p:nvSpPr>
        <p:spPr>
          <a:xfrm>
            <a:off x="2867149" y="573873"/>
            <a:ext cx="4529330" cy="88464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Programs used</a:t>
            </a:r>
            <a:endParaRPr sz="4000" dirty="0"/>
          </a:p>
        </p:txBody>
      </p:sp>
      <p:sp>
        <p:nvSpPr>
          <p:cNvPr id="1472" name="Google Shape;1472;p37"/>
          <p:cNvSpPr txBox="1">
            <a:spLocks noGrp="1"/>
          </p:cNvSpPr>
          <p:nvPr>
            <p:ph type="title" idx="5"/>
          </p:nvPr>
        </p:nvSpPr>
        <p:spPr>
          <a:xfrm>
            <a:off x="1200909" y="406400"/>
            <a:ext cx="1352637" cy="121958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dirty="0"/>
              <a:t>04</a:t>
            </a:r>
            <a:endParaRPr dirty="0"/>
          </a:p>
        </p:txBody>
      </p:sp>
      <p:grpSp>
        <p:nvGrpSpPr>
          <p:cNvPr id="4" name="Google Shape;1589;p40"/>
          <p:cNvGrpSpPr/>
          <p:nvPr/>
        </p:nvGrpSpPr>
        <p:grpSpPr>
          <a:xfrm>
            <a:off x="3806091" y="1694802"/>
            <a:ext cx="5765856" cy="4103650"/>
            <a:chOff x="4452944" y="2184175"/>
            <a:chExt cx="5765856" cy="4103650"/>
          </a:xfrm>
        </p:grpSpPr>
        <p:pic>
          <p:nvPicPr>
            <p:cNvPr id="5" name="Google Shape;1590;p40"/>
            <p:cNvPicPr preferRelativeResize="0"/>
            <p:nvPr/>
          </p:nvPicPr>
          <p:blipFill rotWithShape="1">
            <a:blip r:embed="rId3">
              <a:alphaModFix/>
            </a:blip>
            <a:srcRect l="16960" t="24718" r="7121" b="26177"/>
            <a:stretch/>
          </p:blipFill>
          <p:spPr>
            <a:xfrm rot="-5400000" flipH="1">
              <a:off x="6600975" y="2670000"/>
              <a:ext cx="4103650" cy="3132000"/>
            </a:xfrm>
            <a:prstGeom prst="rect">
              <a:avLst/>
            </a:prstGeom>
            <a:noFill/>
            <a:ln>
              <a:noFill/>
            </a:ln>
          </p:spPr>
        </p:pic>
        <p:grpSp>
          <p:nvGrpSpPr>
            <p:cNvPr id="6" name="Google Shape;1591;p40"/>
            <p:cNvGrpSpPr/>
            <p:nvPr/>
          </p:nvGrpSpPr>
          <p:grpSpPr>
            <a:xfrm rot="-5400000" flipH="1">
              <a:off x="8074852" y="4089881"/>
              <a:ext cx="1478405" cy="1186772"/>
              <a:chOff x="7945225" y="4302000"/>
              <a:chExt cx="904666" cy="726121"/>
            </a:xfrm>
          </p:grpSpPr>
          <p:sp>
            <p:nvSpPr>
              <p:cNvPr id="33" name="Google Shape;1592;p4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93;p4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94;p4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595;p40"/>
            <p:cNvSpPr/>
            <p:nvPr/>
          </p:nvSpPr>
          <p:spPr>
            <a:xfrm rot="-5400000" flipH="1">
              <a:off x="5435889" y="14813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1596;p40"/>
            <p:cNvGrpSpPr/>
            <p:nvPr/>
          </p:nvGrpSpPr>
          <p:grpSpPr>
            <a:xfrm rot="-5400000" flipH="1">
              <a:off x="7140078" y="3883230"/>
              <a:ext cx="134004" cy="134004"/>
              <a:chOff x="8356813" y="1074288"/>
              <a:chExt cx="351900" cy="351900"/>
            </a:xfrm>
          </p:grpSpPr>
          <p:sp>
            <p:nvSpPr>
              <p:cNvPr id="31" name="Google Shape;1597;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1599;p40"/>
            <p:cNvGrpSpPr/>
            <p:nvPr/>
          </p:nvGrpSpPr>
          <p:grpSpPr>
            <a:xfrm rot="-5400000" flipH="1">
              <a:off x="6766253" y="3499155"/>
              <a:ext cx="134004" cy="134004"/>
              <a:chOff x="8356813" y="1074288"/>
              <a:chExt cx="351900" cy="351900"/>
            </a:xfrm>
          </p:grpSpPr>
          <p:sp>
            <p:nvSpPr>
              <p:cNvPr id="29" name="Google Shape;1600;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01;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602;p40"/>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03;p40"/>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604;p40"/>
            <p:cNvGrpSpPr/>
            <p:nvPr/>
          </p:nvGrpSpPr>
          <p:grpSpPr>
            <a:xfrm rot="-5400000" flipH="1">
              <a:off x="7404606" y="3451356"/>
              <a:ext cx="582050" cy="582425"/>
              <a:chOff x="959750" y="3039275"/>
              <a:chExt cx="582050" cy="582425"/>
            </a:xfrm>
          </p:grpSpPr>
          <p:sp>
            <p:nvSpPr>
              <p:cNvPr id="22" name="Google Shape;1605;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06;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07;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08;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09;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10;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11;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612;p40"/>
            <p:cNvGrpSpPr/>
            <p:nvPr/>
          </p:nvGrpSpPr>
          <p:grpSpPr>
            <a:xfrm rot="-5400000" flipH="1">
              <a:off x="7237650" y="4201057"/>
              <a:ext cx="699928" cy="1651024"/>
              <a:chOff x="8337812" y="3492483"/>
              <a:chExt cx="699928" cy="1651024"/>
            </a:xfrm>
          </p:grpSpPr>
          <p:sp>
            <p:nvSpPr>
              <p:cNvPr id="19" name="Google Shape;1613;p4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14;p4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15;p4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616;p40"/>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17;p40"/>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18;p40"/>
            <p:cNvGrpSpPr/>
            <p:nvPr/>
          </p:nvGrpSpPr>
          <p:grpSpPr>
            <a:xfrm rot="-5400000" flipH="1">
              <a:off x="5819578" y="4727817"/>
              <a:ext cx="134004" cy="134004"/>
              <a:chOff x="8356813" y="1074288"/>
              <a:chExt cx="351900" cy="351900"/>
            </a:xfrm>
          </p:grpSpPr>
          <p:sp>
            <p:nvSpPr>
              <p:cNvPr id="17" name="Google Shape;1619;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20;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993234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8"/>
        <p:cNvGrpSpPr/>
        <p:nvPr/>
      </p:nvGrpSpPr>
      <p:grpSpPr>
        <a:xfrm>
          <a:off x="0" y="0"/>
          <a:ext cx="0" cy="0"/>
          <a:chOff x="0" y="0"/>
          <a:chExt cx="0" cy="0"/>
        </a:xfrm>
      </p:grpSpPr>
      <p:pic>
        <p:nvPicPr>
          <p:cNvPr id="91" name="Картина 1" descr="Картина, която съдържа Графика, пурпурен, Обикновен люляк, цветност&#10;&#10;Генерирано от ИИ съдържание може да е неправилно.">
            <a:extLst>
              <a:ext uri="{FF2B5EF4-FFF2-40B4-BE49-F238E27FC236}">
                <a16:creationId xmlns:a16="http://schemas.microsoft.com/office/drawing/2014/main" id="{3B5E1EE1-87B3-D186-4774-42B907227446}"/>
              </a:ext>
            </a:extLst>
          </p:cNvPr>
          <p:cNvPicPr>
            <a:picLocks noChangeAspect="1"/>
          </p:cNvPicPr>
          <p:nvPr/>
        </p:nvPicPr>
        <p:blipFill>
          <a:blip r:embed="rId3"/>
          <a:stretch>
            <a:fillRect/>
          </a:stretch>
        </p:blipFill>
        <p:spPr>
          <a:xfrm>
            <a:off x="2590361" y="1211592"/>
            <a:ext cx="1059495" cy="1059495"/>
          </a:xfrm>
          <a:prstGeom prst="rect">
            <a:avLst/>
          </a:prstGeom>
        </p:spPr>
      </p:pic>
      <p:pic>
        <p:nvPicPr>
          <p:cNvPr id="92" name="Картина 2" descr="Картина, която съдържа Графика, графична колекция, символ, изкуство&#10;&#10;Генерирано от ИИ съдържание може да е неправилно.">
            <a:extLst>
              <a:ext uri="{FF2B5EF4-FFF2-40B4-BE49-F238E27FC236}">
                <a16:creationId xmlns:a16="http://schemas.microsoft.com/office/drawing/2014/main" id="{0AA44C26-C93D-F509-40BF-00C1E27B8C01}"/>
              </a:ext>
            </a:extLst>
          </p:cNvPr>
          <p:cNvPicPr>
            <a:picLocks noChangeAspect="1"/>
          </p:cNvPicPr>
          <p:nvPr/>
        </p:nvPicPr>
        <p:blipFill>
          <a:blip r:embed="rId4"/>
          <a:stretch>
            <a:fillRect/>
          </a:stretch>
        </p:blipFill>
        <p:spPr>
          <a:xfrm>
            <a:off x="4224280" y="1203654"/>
            <a:ext cx="1062625" cy="1070455"/>
          </a:xfrm>
          <a:prstGeom prst="rect">
            <a:avLst/>
          </a:prstGeom>
        </p:spPr>
      </p:pic>
      <p:pic>
        <p:nvPicPr>
          <p:cNvPr id="93" name="Картина 3" descr="Картина, която съдържа екранна снимка, кръг, цветност, Графика&#10;&#10;Генерирано от ИИ съдържание може да е неправилно.">
            <a:extLst>
              <a:ext uri="{FF2B5EF4-FFF2-40B4-BE49-F238E27FC236}">
                <a16:creationId xmlns:a16="http://schemas.microsoft.com/office/drawing/2014/main" id="{0A57085B-4562-D59E-243B-15B927CD63D7}"/>
              </a:ext>
            </a:extLst>
          </p:cNvPr>
          <p:cNvPicPr>
            <a:picLocks noChangeAspect="1"/>
          </p:cNvPicPr>
          <p:nvPr/>
        </p:nvPicPr>
        <p:blipFill>
          <a:blip r:embed="rId5"/>
          <a:stretch>
            <a:fillRect/>
          </a:stretch>
        </p:blipFill>
        <p:spPr>
          <a:xfrm>
            <a:off x="5692722" y="1285619"/>
            <a:ext cx="1036006" cy="1028178"/>
          </a:xfrm>
          <a:prstGeom prst="rect">
            <a:avLst/>
          </a:prstGeom>
        </p:spPr>
      </p:pic>
      <p:pic>
        <p:nvPicPr>
          <p:cNvPr id="94" name="Картина 4" descr="Картина, която съдържа цветност, Графика, кръг, екранна снимка&#10;&#10;Генерирано от ИИ съдържание може да е неправилно.">
            <a:extLst>
              <a:ext uri="{FF2B5EF4-FFF2-40B4-BE49-F238E27FC236}">
                <a16:creationId xmlns:a16="http://schemas.microsoft.com/office/drawing/2014/main" id="{638BCCE5-FF54-C426-1921-655C17E1D99B}"/>
              </a:ext>
            </a:extLst>
          </p:cNvPr>
          <p:cNvPicPr>
            <a:picLocks noChangeAspect="1"/>
          </p:cNvPicPr>
          <p:nvPr/>
        </p:nvPicPr>
        <p:blipFill>
          <a:blip r:embed="rId6"/>
          <a:stretch>
            <a:fillRect/>
          </a:stretch>
        </p:blipFill>
        <p:spPr>
          <a:xfrm>
            <a:off x="6391933" y="3502869"/>
            <a:ext cx="1072541" cy="1056883"/>
          </a:xfrm>
          <a:prstGeom prst="rect">
            <a:avLst/>
          </a:prstGeom>
        </p:spPr>
      </p:pic>
      <p:pic>
        <p:nvPicPr>
          <p:cNvPr id="95" name="Картина 7" descr="Картина, която съдържа лого, Графика, екранна снимка, Шрифт&#10;&#10;Генерирано от ИИ съдържание може да е неправилно.">
            <a:extLst>
              <a:ext uri="{FF2B5EF4-FFF2-40B4-BE49-F238E27FC236}">
                <a16:creationId xmlns:a16="http://schemas.microsoft.com/office/drawing/2014/main" id="{A5F141F0-A559-A2B9-25AA-95193057B546}"/>
              </a:ext>
            </a:extLst>
          </p:cNvPr>
          <p:cNvPicPr>
            <a:picLocks noChangeAspect="1"/>
          </p:cNvPicPr>
          <p:nvPr/>
        </p:nvPicPr>
        <p:blipFill>
          <a:blip r:embed="rId7"/>
          <a:stretch>
            <a:fillRect/>
          </a:stretch>
        </p:blipFill>
        <p:spPr>
          <a:xfrm>
            <a:off x="1063066" y="3267208"/>
            <a:ext cx="2053877" cy="1192582"/>
          </a:xfrm>
          <a:prstGeom prst="rect">
            <a:avLst/>
          </a:prstGeom>
        </p:spPr>
      </p:pic>
      <p:pic>
        <p:nvPicPr>
          <p:cNvPr id="96" name="Картина 8" descr="Картина, която съдържа лого, Графика, символ, Шрифт&#10;&#10;Генерирано от ИИ съдържание може да е неправилно.">
            <a:extLst>
              <a:ext uri="{FF2B5EF4-FFF2-40B4-BE49-F238E27FC236}">
                <a16:creationId xmlns:a16="http://schemas.microsoft.com/office/drawing/2014/main" id="{F5E83171-551A-D201-7F1A-AC5034F58788}"/>
              </a:ext>
            </a:extLst>
          </p:cNvPr>
          <p:cNvPicPr>
            <a:picLocks noChangeAspect="1"/>
          </p:cNvPicPr>
          <p:nvPr/>
        </p:nvPicPr>
        <p:blipFill>
          <a:blip r:embed="rId8"/>
          <a:stretch>
            <a:fillRect/>
          </a:stretch>
        </p:blipFill>
        <p:spPr>
          <a:xfrm>
            <a:off x="2788362" y="3346583"/>
            <a:ext cx="2147823" cy="1192582"/>
          </a:xfrm>
          <a:prstGeom prst="rect">
            <a:avLst/>
          </a:prstGeom>
        </p:spPr>
      </p:pic>
      <p:pic>
        <p:nvPicPr>
          <p:cNvPr id="97" name="Картина 9" descr="Картина, която съдържа символ, екранна снимка, Графика, Шрифт&#10;&#10;Генерирано от ИИ съдържание може да е неправилно.">
            <a:extLst>
              <a:ext uri="{FF2B5EF4-FFF2-40B4-BE49-F238E27FC236}">
                <a16:creationId xmlns:a16="http://schemas.microsoft.com/office/drawing/2014/main" id="{2F80D1D0-8EF4-0D31-6865-C60EC5899C72}"/>
              </a:ext>
            </a:extLst>
          </p:cNvPr>
          <p:cNvPicPr>
            <a:picLocks noChangeAspect="1"/>
          </p:cNvPicPr>
          <p:nvPr/>
        </p:nvPicPr>
        <p:blipFill>
          <a:blip r:embed="rId9"/>
          <a:stretch>
            <a:fillRect/>
          </a:stretch>
        </p:blipFill>
        <p:spPr>
          <a:xfrm>
            <a:off x="4834473" y="3505549"/>
            <a:ext cx="1182146" cy="1033399"/>
          </a:xfrm>
          <a:prstGeom prst="rect">
            <a:avLst/>
          </a:prstGeom>
        </p:spPr>
      </p:pic>
      <p:pic>
        <p:nvPicPr>
          <p:cNvPr id="99" name="Picture 98"/>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62837" y="1207043"/>
            <a:ext cx="927692" cy="1042896"/>
          </a:xfrm>
          <a:prstGeom prst="rect">
            <a:avLst/>
          </a:prstGeom>
        </p:spPr>
      </p:pic>
      <p:pic>
        <p:nvPicPr>
          <p:cNvPr id="2" name="Picture 1" descr="File:Raylib logo.png - Wikimedia Commons">
            <a:extLst>
              <a:ext uri="{FF2B5EF4-FFF2-40B4-BE49-F238E27FC236}">
                <a16:creationId xmlns:a16="http://schemas.microsoft.com/office/drawing/2014/main" id="{F849BEB0-DFA6-6D7E-EB2C-DF66B87BEAA6}"/>
              </a:ext>
            </a:extLst>
          </p:cNvPr>
          <p:cNvPicPr>
            <a:picLocks noChangeAspect="1"/>
          </p:cNvPicPr>
          <p:nvPr/>
        </p:nvPicPr>
        <p:blipFill>
          <a:blip r:embed="rId11"/>
          <a:stretch>
            <a:fillRect/>
          </a:stretch>
        </p:blipFill>
        <p:spPr>
          <a:xfrm>
            <a:off x="7170738" y="1376361"/>
            <a:ext cx="835025" cy="842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7" name="Google Shape;1467;p37"/>
          <p:cNvSpPr txBox="1">
            <a:spLocks noGrp="1"/>
          </p:cNvSpPr>
          <p:nvPr>
            <p:ph type="subTitle" idx="9"/>
          </p:nvPr>
        </p:nvSpPr>
        <p:spPr>
          <a:xfrm>
            <a:off x="1327633" y="965829"/>
            <a:ext cx="6246183" cy="151110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solidFill>
                  <a:schemeClr val="tx1"/>
                </a:solidFill>
              </a:rPr>
              <a:t>Let’s dive into the project itself </a:t>
            </a:r>
            <a:endParaRPr sz="4400" dirty="0">
              <a:solidFill>
                <a:schemeClr val="tx1"/>
              </a:solidFill>
            </a:endParaRPr>
          </a:p>
        </p:txBody>
      </p:sp>
      <p:grpSp>
        <p:nvGrpSpPr>
          <p:cNvPr id="4" name="Google Shape;1589;p40"/>
          <p:cNvGrpSpPr/>
          <p:nvPr/>
        </p:nvGrpSpPr>
        <p:grpSpPr>
          <a:xfrm>
            <a:off x="3806091" y="1694802"/>
            <a:ext cx="5765856" cy="4103650"/>
            <a:chOff x="4452944" y="2184175"/>
            <a:chExt cx="5765856" cy="4103650"/>
          </a:xfrm>
        </p:grpSpPr>
        <p:pic>
          <p:nvPicPr>
            <p:cNvPr id="5" name="Google Shape;1590;p40"/>
            <p:cNvPicPr preferRelativeResize="0"/>
            <p:nvPr/>
          </p:nvPicPr>
          <p:blipFill rotWithShape="1">
            <a:blip r:embed="rId3">
              <a:alphaModFix/>
            </a:blip>
            <a:srcRect l="16960" t="24718" r="7121" b="26177"/>
            <a:stretch/>
          </p:blipFill>
          <p:spPr>
            <a:xfrm rot="-5400000" flipH="1">
              <a:off x="6600975" y="2670000"/>
              <a:ext cx="4103650" cy="3132000"/>
            </a:xfrm>
            <a:prstGeom prst="rect">
              <a:avLst/>
            </a:prstGeom>
            <a:noFill/>
            <a:ln>
              <a:noFill/>
            </a:ln>
          </p:spPr>
        </p:pic>
        <p:grpSp>
          <p:nvGrpSpPr>
            <p:cNvPr id="6" name="Google Shape;1591;p40"/>
            <p:cNvGrpSpPr/>
            <p:nvPr/>
          </p:nvGrpSpPr>
          <p:grpSpPr>
            <a:xfrm rot="-5400000" flipH="1">
              <a:off x="8074852" y="4089881"/>
              <a:ext cx="1478405" cy="1186772"/>
              <a:chOff x="7945225" y="4302000"/>
              <a:chExt cx="904666" cy="726121"/>
            </a:xfrm>
          </p:grpSpPr>
          <p:sp>
            <p:nvSpPr>
              <p:cNvPr id="33" name="Google Shape;1592;p4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93;p4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94;p4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595;p40"/>
            <p:cNvSpPr/>
            <p:nvPr/>
          </p:nvSpPr>
          <p:spPr>
            <a:xfrm rot="-5400000" flipH="1">
              <a:off x="5435889" y="14813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1596;p40"/>
            <p:cNvGrpSpPr/>
            <p:nvPr/>
          </p:nvGrpSpPr>
          <p:grpSpPr>
            <a:xfrm rot="-5400000" flipH="1">
              <a:off x="7140078" y="3883230"/>
              <a:ext cx="134004" cy="134004"/>
              <a:chOff x="8356813" y="1074288"/>
              <a:chExt cx="351900" cy="351900"/>
            </a:xfrm>
          </p:grpSpPr>
          <p:sp>
            <p:nvSpPr>
              <p:cNvPr id="31" name="Google Shape;1597;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98;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1599;p40"/>
            <p:cNvGrpSpPr/>
            <p:nvPr/>
          </p:nvGrpSpPr>
          <p:grpSpPr>
            <a:xfrm rot="-5400000" flipH="1">
              <a:off x="6766253" y="3499155"/>
              <a:ext cx="134004" cy="134004"/>
              <a:chOff x="8356813" y="1074288"/>
              <a:chExt cx="351900" cy="351900"/>
            </a:xfrm>
          </p:grpSpPr>
          <p:sp>
            <p:nvSpPr>
              <p:cNvPr id="29" name="Google Shape;1600;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601;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1602;p40"/>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03;p40"/>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604;p40"/>
            <p:cNvGrpSpPr/>
            <p:nvPr/>
          </p:nvGrpSpPr>
          <p:grpSpPr>
            <a:xfrm rot="-5400000" flipH="1">
              <a:off x="7404606" y="3451356"/>
              <a:ext cx="582050" cy="582425"/>
              <a:chOff x="959750" y="3039275"/>
              <a:chExt cx="582050" cy="582425"/>
            </a:xfrm>
          </p:grpSpPr>
          <p:sp>
            <p:nvSpPr>
              <p:cNvPr id="22" name="Google Shape;1605;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606;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607;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608;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609;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610;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611;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612;p40"/>
            <p:cNvGrpSpPr/>
            <p:nvPr/>
          </p:nvGrpSpPr>
          <p:grpSpPr>
            <a:xfrm rot="-5400000" flipH="1">
              <a:off x="7237650" y="4201057"/>
              <a:ext cx="699928" cy="1651024"/>
              <a:chOff x="8337812" y="3492483"/>
              <a:chExt cx="699928" cy="1651024"/>
            </a:xfrm>
          </p:grpSpPr>
          <p:sp>
            <p:nvSpPr>
              <p:cNvPr id="19" name="Google Shape;1613;p4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614;p4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615;p4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616;p40"/>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617;p40"/>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18;p40"/>
            <p:cNvGrpSpPr/>
            <p:nvPr/>
          </p:nvGrpSpPr>
          <p:grpSpPr>
            <a:xfrm rot="-5400000" flipH="1">
              <a:off x="5819578" y="4727817"/>
              <a:ext cx="134004" cy="134004"/>
              <a:chOff x="8356813" y="1074288"/>
              <a:chExt cx="351900" cy="351900"/>
            </a:xfrm>
          </p:grpSpPr>
          <p:sp>
            <p:nvSpPr>
              <p:cNvPr id="17" name="Google Shape;1619;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620;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 name="Google Shape;1437;p35"/>
          <p:cNvGrpSpPr/>
          <p:nvPr/>
        </p:nvGrpSpPr>
        <p:grpSpPr>
          <a:xfrm>
            <a:off x="715778" y="-605153"/>
            <a:ext cx="134070" cy="1891362"/>
            <a:chOff x="8017432" y="-313900"/>
            <a:chExt cx="134070" cy="1891362"/>
          </a:xfrm>
        </p:grpSpPr>
        <p:sp>
          <p:nvSpPr>
            <p:cNvPr id="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05420943"/>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146</Words>
  <Application>Microsoft Office PowerPoint</Application>
  <PresentationFormat>On-screen Show (16:9)</PresentationFormat>
  <Paragraphs>35</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Introduction to Coding Workshop by Slidesgo</vt:lpstr>
      <vt:lpstr>Team Synergy</vt:lpstr>
      <vt:lpstr>Table of contents</vt:lpstr>
      <vt:lpstr>01</vt:lpstr>
      <vt:lpstr>PowerPoint Presentation</vt:lpstr>
      <vt:lpstr>02</vt:lpstr>
      <vt:lpstr>PowerPoint Presentation</vt:lpstr>
      <vt:lpstr>03</vt:lpstr>
      <vt:lpstr>PowerPoint Presentation</vt:lpstr>
      <vt:lpstr>04</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Synergy</dc:title>
  <dc:creator>Alek Atanasov</dc:creator>
  <cp:lastModifiedBy>Alek Atanasov</cp:lastModifiedBy>
  <cp:revision>20</cp:revision>
  <dcterms:modified xsi:type="dcterms:W3CDTF">2025-11-13T19:31:23Z</dcterms:modified>
</cp:coreProperties>
</file>